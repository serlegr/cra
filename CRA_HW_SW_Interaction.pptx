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454" r:id="rId5"/>
    <p:sldId id="422" r:id="rId6"/>
    <p:sldId id="434" r:id="rId7"/>
  </p:sldIdLst>
  <p:sldSz cx="12192000" cy="6858000"/>
  <p:notesSz cx="6858000" cy="9144000"/>
  <p:embeddedFontLst>
    <p:embeddedFont>
      <p:font typeface="Roboto" panose="02000000000000000000" pitchFamily="2" charset="0"/>
      <p:regular r:id="rId10"/>
      <p:bold r:id="rId11"/>
      <p:italic r:id="rId12"/>
      <p:boldItalic r:id="rId13"/>
    </p:embeddedFont>
    <p:embeddedFont>
      <p:font typeface="Roboto Light" panose="02000000000000000000" pitchFamily="2" charset="0"/>
      <p:regular r:id="rId14"/>
      <p:italic r:id="rId15"/>
    </p:embeddedFont>
    <p:embeddedFont>
      <p:font typeface="Roboto Medium" panose="02000000000000000000" pitchFamily="2" charset="0"/>
      <p:regular r:id="rId16"/>
      <p:italic r:id="rId17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1BC"/>
    <a:srgbClr val="000000"/>
    <a:srgbClr val="AFC800"/>
    <a:srgbClr val="00B050"/>
    <a:srgbClr val="008CEB"/>
    <a:srgbClr val="FF9300"/>
    <a:srgbClr val="333333"/>
    <a:srgbClr val="E5F1F8"/>
    <a:srgbClr val="FF0011"/>
    <a:srgbClr val="642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7073" autoAdjust="0"/>
  </p:normalViewPr>
  <p:slideViewPr>
    <p:cSldViewPr snapToGrid="0" snapToObjects="1">
      <p:cViewPr varScale="1">
        <p:scale>
          <a:sx n="98" d="100"/>
          <a:sy n="98" d="100"/>
        </p:scale>
        <p:origin x="906" y="312"/>
      </p:cViewPr>
      <p:guideLst/>
    </p:cSldViewPr>
  </p:slideViewPr>
  <p:outlineViewPr>
    <p:cViewPr>
      <p:scale>
        <a:sx n="33" d="100"/>
        <a:sy n="33" d="100"/>
      </p:scale>
      <p:origin x="0" y="-291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107" d="100"/>
          <a:sy n="107" d="100"/>
        </p:scale>
        <p:origin x="4755" y="3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customXml" Target="../customXml/item2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28BEE1-10BE-47C4-8229-CCC2F0A250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BAF3E3-40AF-4C61-A142-12E30F3706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34BD2-07B8-4BBD-94D7-03CE3035519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7E2E61-AF72-4B13-9489-C1D510AD2D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F693C8-800F-490B-8D63-EFD99A8FC7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E17E6C-C039-42CF-B508-AE5CFCF15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055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0FC870-5C35-CE4B-83D3-8057BA866FE9}" type="datetimeFigureOut">
              <a:t>5/5/2026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CC2FC-7A5B-8649-885C-3BE99FCEB2DC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151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01 – Media">
    <p:bg>
      <p:bgPr>
        <a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3A699E8-21FF-4230-B1F1-D99E5C84701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>
                  <a:alpha val="0"/>
                </a:schemeClr>
              </a:gs>
              <a:gs pos="85000">
                <a:schemeClr val="tx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rapez 1">
            <a:extLst>
              <a:ext uri="{FF2B5EF4-FFF2-40B4-BE49-F238E27FC236}">
                <a16:creationId xmlns:a16="http://schemas.microsoft.com/office/drawing/2014/main" id="{ADF36839-229D-447B-A790-C06F9C14D6BB}"/>
              </a:ext>
            </a:extLst>
          </p:cNvPr>
          <p:cNvSpPr/>
          <p:nvPr userDrawn="1"/>
        </p:nvSpPr>
        <p:spPr>
          <a:xfrm>
            <a:off x="0" y="6382800"/>
            <a:ext cx="12192000" cy="478813"/>
          </a:xfrm>
          <a:custGeom>
            <a:avLst/>
            <a:gdLst>
              <a:gd name="connsiteX0" fmla="*/ 0 w 12192000"/>
              <a:gd name="connsiteY0" fmla="*/ 512762 h 512762"/>
              <a:gd name="connsiteX1" fmla="*/ 128191 w 12192000"/>
              <a:gd name="connsiteY1" fmla="*/ 0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2000"/>
              <a:gd name="connsiteY0" fmla="*/ 512762 h 512762"/>
              <a:gd name="connsiteX1" fmla="*/ 3201 w 12192000"/>
              <a:gd name="connsiteY1" fmla="*/ 256559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5378"/>
              <a:gd name="connsiteY0" fmla="*/ 512762 h 512762"/>
              <a:gd name="connsiteX1" fmla="*/ 3201 w 12195378"/>
              <a:gd name="connsiteY1" fmla="*/ 256559 h 512762"/>
              <a:gd name="connsiteX2" fmla="*/ 12195378 w 12195378"/>
              <a:gd name="connsiteY2" fmla="*/ 0 h 512762"/>
              <a:gd name="connsiteX3" fmla="*/ 12192000 w 12195378"/>
              <a:gd name="connsiteY3" fmla="*/ 512762 h 512762"/>
              <a:gd name="connsiteX4" fmla="*/ 0 w 12195378"/>
              <a:gd name="connsiteY4" fmla="*/ 512762 h 512762"/>
              <a:gd name="connsiteX0" fmla="*/ 0 w 12208020"/>
              <a:gd name="connsiteY0" fmla="*/ 479051 h 479051"/>
              <a:gd name="connsiteX1" fmla="*/ 3201 w 12208020"/>
              <a:gd name="connsiteY1" fmla="*/ 222848 h 479051"/>
              <a:gd name="connsiteX2" fmla="*/ 12208020 w 12208020"/>
              <a:gd name="connsiteY2" fmla="*/ 0 h 479051"/>
              <a:gd name="connsiteX3" fmla="*/ 12192000 w 12208020"/>
              <a:gd name="connsiteY3" fmla="*/ 479051 h 479051"/>
              <a:gd name="connsiteX4" fmla="*/ 0 w 12208020"/>
              <a:gd name="connsiteY4" fmla="*/ 479051 h 479051"/>
              <a:gd name="connsiteX0" fmla="*/ 0 w 12195378"/>
              <a:gd name="connsiteY0" fmla="*/ 491692 h 491692"/>
              <a:gd name="connsiteX1" fmla="*/ 3201 w 12195378"/>
              <a:gd name="connsiteY1" fmla="*/ 235489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7415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3201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5227 w 12192177"/>
              <a:gd name="connsiteY0" fmla="*/ 491692 h 491692"/>
              <a:gd name="connsiteX1" fmla="*/ 0 w 12192177"/>
              <a:gd name="connsiteY1" fmla="*/ 205993 h 491692"/>
              <a:gd name="connsiteX2" fmla="*/ 12192177 w 12192177"/>
              <a:gd name="connsiteY2" fmla="*/ 0 h 491692"/>
              <a:gd name="connsiteX3" fmla="*/ 12188799 w 12192177"/>
              <a:gd name="connsiteY3" fmla="*/ 491692 h 491692"/>
              <a:gd name="connsiteX4" fmla="*/ 5227 w 12192177"/>
              <a:gd name="connsiteY4" fmla="*/ 491692 h 491692"/>
              <a:gd name="connsiteX0" fmla="*/ 5227 w 12192177"/>
              <a:gd name="connsiteY0" fmla="*/ 491692 h 494911"/>
              <a:gd name="connsiteX1" fmla="*/ 0 w 12192177"/>
              <a:gd name="connsiteY1" fmla="*/ 205993 h 494911"/>
              <a:gd name="connsiteX2" fmla="*/ 12192177 w 12192177"/>
              <a:gd name="connsiteY2" fmla="*/ 0 h 494911"/>
              <a:gd name="connsiteX3" fmla="*/ 12192019 w 12192177"/>
              <a:gd name="connsiteY3" fmla="*/ 494911 h 494911"/>
              <a:gd name="connsiteX4" fmla="*/ 5227 w 12192177"/>
              <a:gd name="connsiteY4" fmla="*/ 491692 h 494911"/>
              <a:gd name="connsiteX0" fmla="*/ 5227 w 12192177"/>
              <a:gd name="connsiteY0" fmla="*/ 475594 h 478813"/>
              <a:gd name="connsiteX1" fmla="*/ 0 w 12192177"/>
              <a:gd name="connsiteY1" fmla="*/ 189895 h 478813"/>
              <a:gd name="connsiteX2" fmla="*/ 12192177 w 12192177"/>
              <a:gd name="connsiteY2" fmla="*/ 0 h 478813"/>
              <a:gd name="connsiteX3" fmla="*/ 12192019 w 12192177"/>
              <a:gd name="connsiteY3" fmla="*/ 478813 h 478813"/>
              <a:gd name="connsiteX4" fmla="*/ 5227 w 12192177"/>
              <a:gd name="connsiteY4" fmla="*/ 475594 h 478813"/>
              <a:gd name="connsiteX0" fmla="*/ 22287 w 12209237"/>
              <a:gd name="connsiteY0" fmla="*/ 475594 h 478813"/>
              <a:gd name="connsiteX1" fmla="*/ 0 w 12209237"/>
              <a:gd name="connsiteY1" fmla="*/ 220603 h 478813"/>
              <a:gd name="connsiteX2" fmla="*/ 12209237 w 12209237"/>
              <a:gd name="connsiteY2" fmla="*/ 0 h 478813"/>
              <a:gd name="connsiteX3" fmla="*/ 12209079 w 12209237"/>
              <a:gd name="connsiteY3" fmla="*/ 478813 h 478813"/>
              <a:gd name="connsiteX4" fmla="*/ 22287 w 12209237"/>
              <a:gd name="connsiteY4" fmla="*/ 475594 h 478813"/>
              <a:gd name="connsiteX0" fmla="*/ 1815 w 12188765"/>
              <a:gd name="connsiteY0" fmla="*/ 475594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1815 w 12188765"/>
              <a:gd name="connsiteY4" fmla="*/ 475594 h 478813"/>
              <a:gd name="connsiteX0" fmla="*/ 369 w 12190731"/>
              <a:gd name="connsiteY0" fmla="*/ 479006 h 479006"/>
              <a:gd name="connsiteX1" fmla="*/ 1966 w 12190731"/>
              <a:gd name="connsiteY1" fmla="*/ 183072 h 479006"/>
              <a:gd name="connsiteX2" fmla="*/ 12190731 w 12190731"/>
              <a:gd name="connsiteY2" fmla="*/ 0 h 479006"/>
              <a:gd name="connsiteX3" fmla="*/ 12190573 w 12190731"/>
              <a:gd name="connsiteY3" fmla="*/ 478813 h 479006"/>
              <a:gd name="connsiteX4" fmla="*/ 369 w 12190731"/>
              <a:gd name="connsiteY4" fmla="*/ 479006 h 479006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0 w 12190362"/>
              <a:gd name="connsiteY0" fmla="*/ 475594 h 478813"/>
              <a:gd name="connsiteX1" fmla="*/ 1597 w 12190362"/>
              <a:gd name="connsiteY1" fmla="*/ 183072 h 478813"/>
              <a:gd name="connsiteX2" fmla="*/ 12190362 w 12190362"/>
              <a:gd name="connsiteY2" fmla="*/ 0 h 478813"/>
              <a:gd name="connsiteX3" fmla="*/ 12190204 w 12190362"/>
              <a:gd name="connsiteY3" fmla="*/ 478813 h 478813"/>
              <a:gd name="connsiteX4" fmla="*/ 0 w 12190362"/>
              <a:gd name="connsiteY4" fmla="*/ 475594 h 478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0362" h="478813">
                <a:moveTo>
                  <a:pt x="0" y="475594"/>
                </a:moveTo>
                <a:cubicBezTo>
                  <a:pt x="1670" y="482720"/>
                  <a:pt x="3339" y="278305"/>
                  <a:pt x="1597" y="183072"/>
                </a:cubicBezTo>
                <a:lnTo>
                  <a:pt x="12190362" y="0"/>
                </a:lnTo>
                <a:cubicBezTo>
                  <a:pt x="12190309" y="164970"/>
                  <a:pt x="12190257" y="313843"/>
                  <a:pt x="12190204" y="478813"/>
                </a:cubicBezTo>
                <a:lnTo>
                  <a:pt x="0" y="47559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Titelplatzhalter 1">
            <a:extLst>
              <a:ext uri="{FF2B5EF4-FFF2-40B4-BE49-F238E27FC236}">
                <a16:creationId xmlns:a16="http://schemas.microsoft.com/office/drawing/2014/main" id="{20A58A07-2311-4F71-AD70-7274D1B8F4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1860009"/>
            <a:ext cx="9420225" cy="1169551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>
            <a:lvl1pPr>
              <a:lnSpc>
                <a:spcPct val="100000"/>
              </a:lnSpc>
              <a:defRPr sz="3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to edit Presentation title with </a:t>
            </a:r>
            <a:br>
              <a:rPr lang="en-US" noProof="0" dirty="0"/>
            </a:br>
            <a:r>
              <a:rPr lang="en-US" noProof="0" dirty="0"/>
              <a:t>a maximum of approx. 80 characters</a:t>
            </a:r>
          </a:p>
        </p:txBody>
      </p:sp>
      <p:sp>
        <p:nvSpPr>
          <p:cNvPr id="15" name="Textplatzhalter 3">
            <a:extLst>
              <a:ext uri="{FF2B5EF4-FFF2-40B4-BE49-F238E27FC236}">
                <a16:creationId xmlns:a16="http://schemas.microsoft.com/office/drawing/2014/main" id="{9A1EC5E9-2C10-404D-99DA-106663C99D6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9" y="1592263"/>
            <a:ext cx="9420224" cy="161583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200"/>
              </a:lnSpc>
              <a:spcAft>
                <a:spcPts val="0"/>
              </a:spcAft>
              <a:buNone/>
              <a:defRPr sz="1200" b="1" i="0" cap="all" spc="100" baseline="0">
                <a:solidFill>
                  <a:schemeClr val="bg1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marL="0" marR="0" lvl="0" indent="0" algn="l" defTabSz="914400" rtl="0" eaLnBrk="1" fontAlgn="t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35000"/>
              <a:buFont typeface="Roboto Light" panose="02000000000000000000" pitchFamily="2" charset="0"/>
              <a:buNone/>
              <a:tabLst/>
              <a:defRPr/>
            </a:pPr>
            <a:r>
              <a:rPr lang="en-US" noProof="0" dirty="0"/>
              <a:t>Click to edit single line subtitle with a maximum of approx. 90 characters</a:t>
            </a:r>
          </a:p>
        </p:txBody>
      </p:sp>
      <p:cxnSp>
        <p:nvCxnSpPr>
          <p:cNvPr id="17" name="Gerade Verbindung 6">
            <a:extLst>
              <a:ext uri="{FF2B5EF4-FFF2-40B4-BE49-F238E27FC236}">
                <a16:creationId xmlns:a16="http://schemas.microsoft.com/office/drawing/2014/main" id="{50CC92C3-2611-4416-944A-CFF4141AED12}"/>
              </a:ext>
            </a:extLst>
          </p:cNvPr>
          <p:cNvCxnSpPr>
            <a:cxnSpLocks/>
          </p:cNvCxnSpPr>
          <p:nvPr userDrawn="1"/>
        </p:nvCxnSpPr>
        <p:spPr>
          <a:xfrm flipH="1">
            <a:off x="515939" y="3249613"/>
            <a:ext cx="72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568499EE-4310-4756-9DA5-E6606FD4E6E0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515939" y="3608388"/>
            <a:ext cx="5400674" cy="2592928"/>
          </a:xfrm>
        </p:spPr>
        <p:txBody>
          <a:bodyPr anchor="t"/>
          <a:lstStyle>
            <a:lvl1pPr marL="0" indent="0">
              <a:spcAft>
                <a:spcPts val="0"/>
              </a:spcAft>
              <a:buClr>
                <a:schemeClr val="bg1"/>
              </a:buClr>
              <a:buNone/>
              <a:defRPr sz="1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Speakers</a:t>
            </a:r>
          </a:p>
          <a:p>
            <a:pPr lvl="0"/>
            <a:r>
              <a:rPr lang="en-US" dirty="0"/>
              <a:t>and Date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8A2B3A-C4CB-4449-AD56-C6EA373165F0}"/>
              </a:ext>
            </a:extLst>
          </p:cNvPr>
          <p:cNvSpPr/>
          <p:nvPr userDrawn="1"/>
        </p:nvSpPr>
        <p:spPr>
          <a:xfrm>
            <a:off x="12308461" y="1304925"/>
            <a:ext cx="1769323" cy="20944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noProof="0" dirty="0"/>
              <a:t>To add an image </a:t>
            </a:r>
            <a:br>
              <a:rPr lang="en-US" sz="1200" noProof="0" dirty="0"/>
            </a:br>
            <a:r>
              <a:rPr lang="en-US" sz="1200" noProof="0" dirty="0"/>
              <a:t>to the background, </a:t>
            </a:r>
            <a:br>
              <a:rPr lang="en-US" sz="1200" noProof="0" dirty="0"/>
            </a:br>
            <a:r>
              <a:rPr lang="en-US" sz="1200" noProof="0" dirty="0"/>
              <a:t>follow these steps: </a:t>
            </a:r>
          </a:p>
          <a:p>
            <a:pPr marL="137160" indent="-137160" algn="l">
              <a:lnSpc>
                <a:spcPct val="120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200" noProof="0" dirty="0"/>
              <a:t>Right click -&gt; </a:t>
            </a:r>
            <a:br>
              <a:rPr lang="en-US" sz="1200" noProof="0" dirty="0"/>
            </a:br>
            <a:r>
              <a:rPr lang="en-US" sz="1200" b="1" noProof="0" dirty="0">
                <a:latin typeface="+mj-lt"/>
              </a:rPr>
              <a:t>Format Background</a:t>
            </a:r>
          </a:p>
          <a:p>
            <a:pPr marL="137160" indent="-137160" algn="l">
              <a:lnSpc>
                <a:spcPct val="120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200" b="1" noProof="0" dirty="0">
                <a:latin typeface="+mj-lt"/>
              </a:rPr>
              <a:t>Picture or texture fill</a:t>
            </a:r>
          </a:p>
          <a:p>
            <a:pPr marL="137160" indent="-137160" algn="l">
              <a:lnSpc>
                <a:spcPct val="120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200" b="1" noProof="0" dirty="0">
                <a:latin typeface="+mj-lt"/>
              </a:rPr>
              <a:t>Picture source</a:t>
            </a:r>
            <a:r>
              <a:rPr lang="en-US" sz="1200" noProof="0" dirty="0"/>
              <a:t> -&gt; </a:t>
            </a:r>
            <a:br>
              <a:rPr lang="en-US" sz="1200" noProof="0" dirty="0"/>
            </a:br>
            <a:r>
              <a:rPr lang="en-US" sz="1200" b="1" noProof="0" dirty="0">
                <a:latin typeface="+mj-lt"/>
              </a:rPr>
              <a:t>Insert…</a:t>
            </a:r>
            <a:endParaRPr lang="en-US" sz="1200" noProof="0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4E5A75B2-E0E2-4E1C-BCB9-ED5FE98057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6666" y="6611112"/>
            <a:ext cx="11168664" cy="128016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8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</a:t>
            </a:r>
            <a:r>
              <a:rPr lang="en-US" dirty="0" err="1"/>
              <a:t>itle</a:t>
            </a:r>
            <a:r>
              <a:rPr lang="en-US" dirty="0"/>
              <a:t> Footer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7DB3243-B18D-4DE6-8399-D4BD51E064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33407" y="301339"/>
            <a:ext cx="941923" cy="50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662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02">
    <p:bg>
      <p:bgPr>
        <a:gradFill>
          <a:gsLst>
            <a:gs pos="0">
              <a:srgbClr val="0062A4"/>
            </a:gs>
            <a:gs pos="85000">
              <a:schemeClr val="tx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platzhalter 1">
            <a:extLst>
              <a:ext uri="{FF2B5EF4-FFF2-40B4-BE49-F238E27FC236}">
                <a16:creationId xmlns:a16="http://schemas.microsoft.com/office/drawing/2014/main" id="{C0CFDD35-FEB3-4238-BABB-34435A3A88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1860009"/>
            <a:ext cx="9420225" cy="1169551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>
            <a:lvl1pPr>
              <a:lnSpc>
                <a:spcPct val="100000"/>
              </a:lnSpc>
              <a:defRPr sz="3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to edit Presentation title with </a:t>
            </a:r>
            <a:br>
              <a:rPr lang="en-US" noProof="0" dirty="0"/>
            </a:br>
            <a:r>
              <a:rPr lang="en-US" noProof="0" dirty="0"/>
              <a:t>a maximum of approx. 80 characters</a:t>
            </a:r>
          </a:p>
        </p:txBody>
      </p:sp>
      <p:sp>
        <p:nvSpPr>
          <p:cNvPr id="29" name="Trapez 1">
            <a:extLst>
              <a:ext uri="{FF2B5EF4-FFF2-40B4-BE49-F238E27FC236}">
                <a16:creationId xmlns:a16="http://schemas.microsoft.com/office/drawing/2014/main" id="{E26247D5-7FB8-3249-9F5E-7D09FAEF23E9}"/>
              </a:ext>
            </a:extLst>
          </p:cNvPr>
          <p:cNvSpPr/>
          <p:nvPr userDrawn="1"/>
        </p:nvSpPr>
        <p:spPr>
          <a:xfrm>
            <a:off x="0" y="6382800"/>
            <a:ext cx="12192000" cy="478813"/>
          </a:xfrm>
          <a:custGeom>
            <a:avLst/>
            <a:gdLst>
              <a:gd name="connsiteX0" fmla="*/ 0 w 12192000"/>
              <a:gd name="connsiteY0" fmla="*/ 512762 h 512762"/>
              <a:gd name="connsiteX1" fmla="*/ 128191 w 12192000"/>
              <a:gd name="connsiteY1" fmla="*/ 0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2000"/>
              <a:gd name="connsiteY0" fmla="*/ 512762 h 512762"/>
              <a:gd name="connsiteX1" fmla="*/ 3201 w 12192000"/>
              <a:gd name="connsiteY1" fmla="*/ 256559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5378"/>
              <a:gd name="connsiteY0" fmla="*/ 512762 h 512762"/>
              <a:gd name="connsiteX1" fmla="*/ 3201 w 12195378"/>
              <a:gd name="connsiteY1" fmla="*/ 256559 h 512762"/>
              <a:gd name="connsiteX2" fmla="*/ 12195378 w 12195378"/>
              <a:gd name="connsiteY2" fmla="*/ 0 h 512762"/>
              <a:gd name="connsiteX3" fmla="*/ 12192000 w 12195378"/>
              <a:gd name="connsiteY3" fmla="*/ 512762 h 512762"/>
              <a:gd name="connsiteX4" fmla="*/ 0 w 12195378"/>
              <a:gd name="connsiteY4" fmla="*/ 512762 h 512762"/>
              <a:gd name="connsiteX0" fmla="*/ 0 w 12208020"/>
              <a:gd name="connsiteY0" fmla="*/ 479051 h 479051"/>
              <a:gd name="connsiteX1" fmla="*/ 3201 w 12208020"/>
              <a:gd name="connsiteY1" fmla="*/ 222848 h 479051"/>
              <a:gd name="connsiteX2" fmla="*/ 12208020 w 12208020"/>
              <a:gd name="connsiteY2" fmla="*/ 0 h 479051"/>
              <a:gd name="connsiteX3" fmla="*/ 12192000 w 12208020"/>
              <a:gd name="connsiteY3" fmla="*/ 479051 h 479051"/>
              <a:gd name="connsiteX4" fmla="*/ 0 w 12208020"/>
              <a:gd name="connsiteY4" fmla="*/ 479051 h 479051"/>
              <a:gd name="connsiteX0" fmla="*/ 0 w 12195378"/>
              <a:gd name="connsiteY0" fmla="*/ 491692 h 491692"/>
              <a:gd name="connsiteX1" fmla="*/ 3201 w 12195378"/>
              <a:gd name="connsiteY1" fmla="*/ 235489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7415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3201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5227 w 12192177"/>
              <a:gd name="connsiteY0" fmla="*/ 491692 h 491692"/>
              <a:gd name="connsiteX1" fmla="*/ 0 w 12192177"/>
              <a:gd name="connsiteY1" fmla="*/ 205993 h 491692"/>
              <a:gd name="connsiteX2" fmla="*/ 12192177 w 12192177"/>
              <a:gd name="connsiteY2" fmla="*/ 0 h 491692"/>
              <a:gd name="connsiteX3" fmla="*/ 12188799 w 12192177"/>
              <a:gd name="connsiteY3" fmla="*/ 491692 h 491692"/>
              <a:gd name="connsiteX4" fmla="*/ 5227 w 12192177"/>
              <a:gd name="connsiteY4" fmla="*/ 491692 h 491692"/>
              <a:gd name="connsiteX0" fmla="*/ 5227 w 12192177"/>
              <a:gd name="connsiteY0" fmla="*/ 491692 h 494911"/>
              <a:gd name="connsiteX1" fmla="*/ 0 w 12192177"/>
              <a:gd name="connsiteY1" fmla="*/ 205993 h 494911"/>
              <a:gd name="connsiteX2" fmla="*/ 12192177 w 12192177"/>
              <a:gd name="connsiteY2" fmla="*/ 0 h 494911"/>
              <a:gd name="connsiteX3" fmla="*/ 12192019 w 12192177"/>
              <a:gd name="connsiteY3" fmla="*/ 494911 h 494911"/>
              <a:gd name="connsiteX4" fmla="*/ 5227 w 12192177"/>
              <a:gd name="connsiteY4" fmla="*/ 491692 h 494911"/>
              <a:gd name="connsiteX0" fmla="*/ 5227 w 12192177"/>
              <a:gd name="connsiteY0" fmla="*/ 475594 h 478813"/>
              <a:gd name="connsiteX1" fmla="*/ 0 w 12192177"/>
              <a:gd name="connsiteY1" fmla="*/ 189895 h 478813"/>
              <a:gd name="connsiteX2" fmla="*/ 12192177 w 12192177"/>
              <a:gd name="connsiteY2" fmla="*/ 0 h 478813"/>
              <a:gd name="connsiteX3" fmla="*/ 12192019 w 12192177"/>
              <a:gd name="connsiteY3" fmla="*/ 478813 h 478813"/>
              <a:gd name="connsiteX4" fmla="*/ 5227 w 12192177"/>
              <a:gd name="connsiteY4" fmla="*/ 475594 h 478813"/>
              <a:gd name="connsiteX0" fmla="*/ 22287 w 12209237"/>
              <a:gd name="connsiteY0" fmla="*/ 475594 h 478813"/>
              <a:gd name="connsiteX1" fmla="*/ 0 w 12209237"/>
              <a:gd name="connsiteY1" fmla="*/ 220603 h 478813"/>
              <a:gd name="connsiteX2" fmla="*/ 12209237 w 12209237"/>
              <a:gd name="connsiteY2" fmla="*/ 0 h 478813"/>
              <a:gd name="connsiteX3" fmla="*/ 12209079 w 12209237"/>
              <a:gd name="connsiteY3" fmla="*/ 478813 h 478813"/>
              <a:gd name="connsiteX4" fmla="*/ 22287 w 12209237"/>
              <a:gd name="connsiteY4" fmla="*/ 475594 h 478813"/>
              <a:gd name="connsiteX0" fmla="*/ 1815 w 12188765"/>
              <a:gd name="connsiteY0" fmla="*/ 475594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1815 w 12188765"/>
              <a:gd name="connsiteY4" fmla="*/ 475594 h 478813"/>
              <a:gd name="connsiteX0" fmla="*/ 369 w 12190731"/>
              <a:gd name="connsiteY0" fmla="*/ 479006 h 479006"/>
              <a:gd name="connsiteX1" fmla="*/ 1966 w 12190731"/>
              <a:gd name="connsiteY1" fmla="*/ 183072 h 479006"/>
              <a:gd name="connsiteX2" fmla="*/ 12190731 w 12190731"/>
              <a:gd name="connsiteY2" fmla="*/ 0 h 479006"/>
              <a:gd name="connsiteX3" fmla="*/ 12190573 w 12190731"/>
              <a:gd name="connsiteY3" fmla="*/ 478813 h 479006"/>
              <a:gd name="connsiteX4" fmla="*/ 369 w 12190731"/>
              <a:gd name="connsiteY4" fmla="*/ 479006 h 479006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0 w 12190362"/>
              <a:gd name="connsiteY0" fmla="*/ 475594 h 478813"/>
              <a:gd name="connsiteX1" fmla="*/ 1597 w 12190362"/>
              <a:gd name="connsiteY1" fmla="*/ 183072 h 478813"/>
              <a:gd name="connsiteX2" fmla="*/ 12190362 w 12190362"/>
              <a:gd name="connsiteY2" fmla="*/ 0 h 478813"/>
              <a:gd name="connsiteX3" fmla="*/ 12190204 w 12190362"/>
              <a:gd name="connsiteY3" fmla="*/ 478813 h 478813"/>
              <a:gd name="connsiteX4" fmla="*/ 0 w 12190362"/>
              <a:gd name="connsiteY4" fmla="*/ 475594 h 478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0362" h="478813">
                <a:moveTo>
                  <a:pt x="0" y="475594"/>
                </a:moveTo>
                <a:cubicBezTo>
                  <a:pt x="1670" y="482720"/>
                  <a:pt x="3339" y="278305"/>
                  <a:pt x="1597" y="183072"/>
                </a:cubicBezTo>
                <a:lnTo>
                  <a:pt x="12190362" y="0"/>
                </a:lnTo>
                <a:cubicBezTo>
                  <a:pt x="12190309" y="164970"/>
                  <a:pt x="12190257" y="313843"/>
                  <a:pt x="12190204" y="478813"/>
                </a:cubicBezTo>
                <a:lnTo>
                  <a:pt x="0" y="47559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9" name="Gerade Verbindung 11">
            <a:extLst>
              <a:ext uri="{FF2B5EF4-FFF2-40B4-BE49-F238E27FC236}">
                <a16:creationId xmlns:a16="http://schemas.microsoft.com/office/drawing/2014/main" id="{7F5EADA0-A981-4C81-ABFD-CAA4797CDD43}"/>
              </a:ext>
            </a:extLst>
          </p:cNvPr>
          <p:cNvCxnSpPr>
            <a:cxnSpLocks/>
          </p:cNvCxnSpPr>
          <p:nvPr userDrawn="1"/>
        </p:nvCxnSpPr>
        <p:spPr>
          <a:xfrm flipH="1">
            <a:off x="515939" y="3248560"/>
            <a:ext cx="720000" cy="0"/>
          </a:xfrm>
          <a:prstGeom prst="line">
            <a:avLst/>
          </a:prstGeom>
          <a:ln w="19050">
            <a:solidFill>
              <a:srgbClr val="FF9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56FA5B47-E27A-414E-9C0A-A04AA32250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9" y="1592263"/>
            <a:ext cx="9420224" cy="161583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200"/>
              </a:lnSpc>
              <a:spcAft>
                <a:spcPts val="0"/>
              </a:spcAft>
              <a:buNone/>
              <a:defRPr sz="1200" b="1" i="0" cap="all" spc="100" baseline="0">
                <a:solidFill>
                  <a:schemeClr val="bg1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90 characters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4E7C2AAF-0523-42AA-B0C4-90A81688EE0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515939" y="3608388"/>
            <a:ext cx="5400674" cy="2592928"/>
          </a:xfrm>
        </p:spPr>
        <p:txBody>
          <a:bodyPr anchor="t"/>
          <a:lstStyle>
            <a:lvl1pPr marL="0" indent="0">
              <a:spcAft>
                <a:spcPts val="0"/>
              </a:spcAft>
              <a:buClr>
                <a:schemeClr val="bg1"/>
              </a:buClr>
              <a:buNone/>
              <a:defRPr sz="1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Speakers</a:t>
            </a:r>
          </a:p>
          <a:p>
            <a:pPr lvl="0"/>
            <a:r>
              <a:rPr lang="en-US" dirty="0"/>
              <a:t>and Date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4120001-E609-40D2-A40B-C7523B1340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6666" y="6611112"/>
            <a:ext cx="11168664" cy="128016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8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</a:t>
            </a:r>
            <a:r>
              <a:rPr lang="en-US" dirty="0" err="1"/>
              <a:t>itle</a:t>
            </a:r>
            <a:r>
              <a:rPr lang="en-US" dirty="0"/>
              <a:t> Footer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69B72A8-C22D-459C-A78E-8095466281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733407" y="301339"/>
            <a:ext cx="941923" cy="50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288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01 – Me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3A699E8-21FF-4230-B1F1-D99E5C84701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>
                  <a:alpha val="0"/>
                </a:schemeClr>
              </a:gs>
              <a:gs pos="85000">
                <a:schemeClr val="tx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rapez 1">
            <a:extLst>
              <a:ext uri="{FF2B5EF4-FFF2-40B4-BE49-F238E27FC236}">
                <a16:creationId xmlns:a16="http://schemas.microsoft.com/office/drawing/2014/main" id="{ADF36839-229D-447B-A790-C06F9C14D6BB}"/>
              </a:ext>
            </a:extLst>
          </p:cNvPr>
          <p:cNvSpPr/>
          <p:nvPr userDrawn="1"/>
        </p:nvSpPr>
        <p:spPr>
          <a:xfrm>
            <a:off x="0" y="6382800"/>
            <a:ext cx="12192000" cy="478813"/>
          </a:xfrm>
          <a:custGeom>
            <a:avLst/>
            <a:gdLst>
              <a:gd name="connsiteX0" fmla="*/ 0 w 12192000"/>
              <a:gd name="connsiteY0" fmla="*/ 512762 h 512762"/>
              <a:gd name="connsiteX1" fmla="*/ 128191 w 12192000"/>
              <a:gd name="connsiteY1" fmla="*/ 0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2000"/>
              <a:gd name="connsiteY0" fmla="*/ 512762 h 512762"/>
              <a:gd name="connsiteX1" fmla="*/ 3201 w 12192000"/>
              <a:gd name="connsiteY1" fmla="*/ 256559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5378"/>
              <a:gd name="connsiteY0" fmla="*/ 512762 h 512762"/>
              <a:gd name="connsiteX1" fmla="*/ 3201 w 12195378"/>
              <a:gd name="connsiteY1" fmla="*/ 256559 h 512762"/>
              <a:gd name="connsiteX2" fmla="*/ 12195378 w 12195378"/>
              <a:gd name="connsiteY2" fmla="*/ 0 h 512762"/>
              <a:gd name="connsiteX3" fmla="*/ 12192000 w 12195378"/>
              <a:gd name="connsiteY3" fmla="*/ 512762 h 512762"/>
              <a:gd name="connsiteX4" fmla="*/ 0 w 12195378"/>
              <a:gd name="connsiteY4" fmla="*/ 512762 h 512762"/>
              <a:gd name="connsiteX0" fmla="*/ 0 w 12208020"/>
              <a:gd name="connsiteY0" fmla="*/ 479051 h 479051"/>
              <a:gd name="connsiteX1" fmla="*/ 3201 w 12208020"/>
              <a:gd name="connsiteY1" fmla="*/ 222848 h 479051"/>
              <a:gd name="connsiteX2" fmla="*/ 12208020 w 12208020"/>
              <a:gd name="connsiteY2" fmla="*/ 0 h 479051"/>
              <a:gd name="connsiteX3" fmla="*/ 12192000 w 12208020"/>
              <a:gd name="connsiteY3" fmla="*/ 479051 h 479051"/>
              <a:gd name="connsiteX4" fmla="*/ 0 w 12208020"/>
              <a:gd name="connsiteY4" fmla="*/ 479051 h 479051"/>
              <a:gd name="connsiteX0" fmla="*/ 0 w 12195378"/>
              <a:gd name="connsiteY0" fmla="*/ 491692 h 491692"/>
              <a:gd name="connsiteX1" fmla="*/ 3201 w 12195378"/>
              <a:gd name="connsiteY1" fmla="*/ 235489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7415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3201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5227 w 12192177"/>
              <a:gd name="connsiteY0" fmla="*/ 491692 h 491692"/>
              <a:gd name="connsiteX1" fmla="*/ 0 w 12192177"/>
              <a:gd name="connsiteY1" fmla="*/ 205993 h 491692"/>
              <a:gd name="connsiteX2" fmla="*/ 12192177 w 12192177"/>
              <a:gd name="connsiteY2" fmla="*/ 0 h 491692"/>
              <a:gd name="connsiteX3" fmla="*/ 12188799 w 12192177"/>
              <a:gd name="connsiteY3" fmla="*/ 491692 h 491692"/>
              <a:gd name="connsiteX4" fmla="*/ 5227 w 12192177"/>
              <a:gd name="connsiteY4" fmla="*/ 491692 h 491692"/>
              <a:gd name="connsiteX0" fmla="*/ 5227 w 12192177"/>
              <a:gd name="connsiteY0" fmla="*/ 491692 h 494911"/>
              <a:gd name="connsiteX1" fmla="*/ 0 w 12192177"/>
              <a:gd name="connsiteY1" fmla="*/ 205993 h 494911"/>
              <a:gd name="connsiteX2" fmla="*/ 12192177 w 12192177"/>
              <a:gd name="connsiteY2" fmla="*/ 0 h 494911"/>
              <a:gd name="connsiteX3" fmla="*/ 12192019 w 12192177"/>
              <a:gd name="connsiteY3" fmla="*/ 494911 h 494911"/>
              <a:gd name="connsiteX4" fmla="*/ 5227 w 12192177"/>
              <a:gd name="connsiteY4" fmla="*/ 491692 h 494911"/>
              <a:gd name="connsiteX0" fmla="*/ 5227 w 12192177"/>
              <a:gd name="connsiteY0" fmla="*/ 475594 h 478813"/>
              <a:gd name="connsiteX1" fmla="*/ 0 w 12192177"/>
              <a:gd name="connsiteY1" fmla="*/ 189895 h 478813"/>
              <a:gd name="connsiteX2" fmla="*/ 12192177 w 12192177"/>
              <a:gd name="connsiteY2" fmla="*/ 0 h 478813"/>
              <a:gd name="connsiteX3" fmla="*/ 12192019 w 12192177"/>
              <a:gd name="connsiteY3" fmla="*/ 478813 h 478813"/>
              <a:gd name="connsiteX4" fmla="*/ 5227 w 12192177"/>
              <a:gd name="connsiteY4" fmla="*/ 475594 h 478813"/>
              <a:gd name="connsiteX0" fmla="*/ 22287 w 12209237"/>
              <a:gd name="connsiteY0" fmla="*/ 475594 h 478813"/>
              <a:gd name="connsiteX1" fmla="*/ 0 w 12209237"/>
              <a:gd name="connsiteY1" fmla="*/ 220603 h 478813"/>
              <a:gd name="connsiteX2" fmla="*/ 12209237 w 12209237"/>
              <a:gd name="connsiteY2" fmla="*/ 0 h 478813"/>
              <a:gd name="connsiteX3" fmla="*/ 12209079 w 12209237"/>
              <a:gd name="connsiteY3" fmla="*/ 478813 h 478813"/>
              <a:gd name="connsiteX4" fmla="*/ 22287 w 12209237"/>
              <a:gd name="connsiteY4" fmla="*/ 475594 h 478813"/>
              <a:gd name="connsiteX0" fmla="*/ 1815 w 12188765"/>
              <a:gd name="connsiteY0" fmla="*/ 475594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1815 w 12188765"/>
              <a:gd name="connsiteY4" fmla="*/ 475594 h 478813"/>
              <a:gd name="connsiteX0" fmla="*/ 369 w 12190731"/>
              <a:gd name="connsiteY0" fmla="*/ 479006 h 479006"/>
              <a:gd name="connsiteX1" fmla="*/ 1966 w 12190731"/>
              <a:gd name="connsiteY1" fmla="*/ 183072 h 479006"/>
              <a:gd name="connsiteX2" fmla="*/ 12190731 w 12190731"/>
              <a:gd name="connsiteY2" fmla="*/ 0 h 479006"/>
              <a:gd name="connsiteX3" fmla="*/ 12190573 w 12190731"/>
              <a:gd name="connsiteY3" fmla="*/ 478813 h 479006"/>
              <a:gd name="connsiteX4" fmla="*/ 369 w 12190731"/>
              <a:gd name="connsiteY4" fmla="*/ 479006 h 479006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0 w 12190362"/>
              <a:gd name="connsiteY0" fmla="*/ 475594 h 478813"/>
              <a:gd name="connsiteX1" fmla="*/ 1597 w 12190362"/>
              <a:gd name="connsiteY1" fmla="*/ 183072 h 478813"/>
              <a:gd name="connsiteX2" fmla="*/ 12190362 w 12190362"/>
              <a:gd name="connsiteY2" fmla="*/ 0 h 478813"/>
              <a:gd name="connsiteX3" fmla="*/ 12190204 w 12190362"/>
              <a:gd name="connsiteY3" fmla="*/ 478813 h 478813"/>
              <a:gd name="connsiteX4" fmla="*/ 0 w 12190362"/>
              <a:gd name="connsiteY4" fmla="*/ 475594 h 478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0362" h="478813">
                <a:moveTo>
                  <a:pt x="0" y="475594"/>
                </a:moveTo>
                <a:cubicBezTo>
                  <a:pt x="1670" y="482720"/>
                  <a:pt x="3339" y="278305"/>
                  <a:pt x="1597" y="183072"/>
                </a:cubicBezTo>
                <a:lnTo>
                  <a:pt x="12190362" y="0"/>
                </a:lnTo>
                <a:cubicBezTo>
                  <a:pt x="12190309" y="164970"/>
                  <a:pt x="12190257" y="313843"/>
                  <a:pt x="12190204" y="478813"/>
                </a:cubicBezTo>
                <a:lnTo>
                  <a:pt x="0" y="47559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E6CDC680-F6E8-4279-B2DA-09C07617C12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3611397"/>
            <a:ext cx="9420224" cy="161583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200"/>
              </a:lnSpc>
              <a:spcAft>
                <a:spcPts val="0"/>
              </a:spcAft>
              <a:buNone/>
              <a:defRPr sz="1200" b="1" i="0" cap="all" spc="100" baseline="0">
                <a:solidFill>
                  <a:schemeClr val="bg1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90 characters</a:t>
            </a:r>
          </a:p>
        </p:txBody>
      </p:sp>
      <p:cxnSp>
        <p:nvCxnSpPr>
          <p:cNvPr id="18" name="Gerade Verbindung 11">
            <a:extLst>
              <a:ext uri="{FF2B5EF4-FFF2-40B4-BE49-F238E27FC236}">
                <a16:creationId xmlns:a16="http://schemas.microsoft.com/office/drawing/2014/main" id="{6E618191-0AAC-46F3-AC1D-B766818BD5BD}"/>
              </a:ext>
            </a:extLst>
          </p:cNvPr>
          <p:cNvCxnSpPr>
            <a:cxnSpLocks/>
          </p:cNvCxnSpPr>
          <p:nvPr userDrawn="1"/>
        </p:nvCxnSpPr>
        <p:spPr>
          <a:xfrm flipH="1">
            <a:off x="515938" y="5267694"/>
            <a:ext cx="72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itelplatzhalter 1">
            <a:extLst>
              <a:ext uri="{FF2B5EF4-FFF2-40B4-BE49-F238E27FC236}">
                <a16:creationId xmlns:a16="http://schemas.microsoft.com/office/drawing/2014/main" id="{67E7FFF9-191B-41BF-AE73-CFCF7D86E4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879143"/>
            <a:ext cx="9420225" cy="1169551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>
            <a:lvl1pPr>
              <a:lnSpc>
                <a:spcPct val="100000"/>
              </a:lnSpc>
              <a:defRPr sz="3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to edit Chapter title with </a:t>
            </a:r>
            <a:br>
              <a:rPr lang="en-US" noProof="0" dirty="0"/>
            </a:br>
            <a:r>
              <a:rPr lang="en-US" noProof="0" dirty="0"/>
              <a:t>a maximum of approx. 80 characters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EF3D8F-E78E-4AD3-8369-5A850D634E69}"/>
              </a:ext>
            </a:extLst>
          </p:cNvPr>
          <p:cNvSpPr/>
          <p:nvPr userDrawn="1"/>
        </p:nvSpPr>
        <p:spPr>
          <a:xfrm>
            <a:off x="12308461" y="1304925"/>
            <a:ext cx="1769323" cy="20944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noProof="0" dirty="0"/>
              <a:t>To add an image </a:t>
            </a:r>
            <a:br>
              <a:rPr lang="en-US" sz="1200" noProof="0" dirty="0"/>
            </a:br>
            <a:r>
              <a:rPr lang="en-US" sz="1200" noProof="0" dirty="0"/>
              <a:t>to the background, </a:t>
            </a:r>
            <a:br>
              <a:rPr lang="en-US" sz="1200" noProof="0" dirty="0"/>
            </a:br>
            <a:r>
              <a:rPr lang="en-US" sz="1200" noProof="0" dirty="0"/>
              <a:t>follow these steps: </a:t>
            </a:r>
          </a:p>
          <a:p>
            <a:pPr marL="137160" indent="-137160" algn="l">
              <a:lnSpc>
                <a:spcPct val="120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200" noProof="0" dirty="0"/>
              <a:t>Right click -&gt; </a:t>
            </a:r>
            <a:br>
              <a:rPr lang="en-US" sz="1200" noProof="0" dirty="0"/>
            </a:br>
            <a:r>
              <a:rPr lang="en-US" sz="1200" b="1" noProof="0" dirty="0">
                <a:latin typeface="+mj-lt"/>
              </a:rPr>
              <a:t>Format Background</a:t>
            </a:r>
          </a:p>
          <a:p>
            <a:pPr marL="137160" indent="-137160" algn="l">
              <a:lnSpc>
                <a:spcPct val="120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200" b="1" noProof="0" dirty="0">
                <a:latin typeface="+mj-lt"/>
              </a:rPr>
              <a:t>Picture or texture fill</a:t>
            </a:r>
          </a:p>
          <a:p>
            <a:pPr marL="137160" indent="-137160" algn="l">
              <a:lnSpc>
                <a:spcPct val="120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200" b="1" noProof="0" dirty="0">
                <a:latin typeface="+mj-lt"/>
              </a:rPr>
              <a:t>Picture source</a:t>
            </a:r>
            <a:r>
              <a:rPr lang="en-US" sz="1200" noProof="0" dirty="0"/>
              <a:t> -&gt; </a:t>
            </a:r>
            <a:br>
              <a:rPr lang="en-US" sz="1200" noProof="0" dirty="0"/>
            </a:br>
            <a:r>
              <a:rPr lang="en-US" sz="1200" b="1" noProof="0" dirty="0">
                <a:latin typeface="+mj-lt"/>
              </a:rPr>
              <a:t>Insert…</a:t>
            </a:r>
            <a:endParaRPr lang="en-US" sz="1200" noProof="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49929E0-6CBD-4D24-AFC2-FD65347504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733407" y="301339"/>
            <a:ext cx="941923" cy="50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173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02">
    <p:bg>
      <p:bgPr>
        <a:gradFill>
          <a:gsLst>
            <a:gs pos="0">
              <a:srgbClr val="0062A4"/>
            </a:gs>
            <a:gs pos="85000">
              <a:schemeClr val="tx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apez 1">
            <a:extLst>
              <a:ext uri="{FF2B5EF4-FFF2-40B4-BE49-F238E27FC236}">
                <a16:creationId xmlns:a16="http://schemas.microsoft.com/office/drawing/2014/main" id="{E26247D5-7FB8-3249-9F5E-7D09FAEF23E9}"/>
              </a:ext>
            </a:extLst>
          </p:cNvPr>
          <p:cNvSpPr/>
          <p:nvPr userDrawn="1"/>
        </p:nvSpPr>
        <p:spPr>
          <a:xfrm>
            <a:off x="0" y="6382800"/>
            <a:ext cx="12192000" cy="478813"/>
          </a:xfrm>
          <a:custGeom>
            <a:avLst/>
            <a:gdLst>
              <a:gd name="connsiteX0" fmla="*/ 0 w 12192000"/>
              <a:gd name="connsiteY0" fmla="*/ 512762 h 512762"/>
              <a:gd name="connsiteX1" fmla="*/ 128191 w 12192000"/>
              <a:gd name="connsiteY1" fmla="*/ 0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2000"/>
              <a:gd name="connsiteY0" fmla="*/ 512762 h 512762"/>
              <a:gd name="connsiteX1" fmla="*/ 3201 w 12192000"/>
              <a:gd name="connsiteY1" fmla="*/ 256559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5378"/>
              <a:gd name="connsiteY0" fmla="*/ 512762 h 512762"/>
              <a:gd name="connsiteX1" fmla="*/ 3201 w 12195378"/>
              <a:gd name="connsiteY1" fmla="*/ 256559 h 512762"/>
              <a:gd name="connsiteX2" fmla="*/ 12195378 w 12195378"/>
              <a:gd name="connsiteY2" fmla="*/ 0 h 512762"/>
              <a:gd name="connsiteX3" fmla="*/ 12192000 w 12195378"/>
              <a:gd name="connsiteY3" fmla="*/ 512762 h 512762"/>
              <a:gd name="connsiteX4" fmla="*/ 0 w 12195378"/>
              <a:gd name="connsiteY4" fmla="*/ 512762 h 512762"/>
              <a:gd name="connsiteX0" fmla="*/ 0 w 12208020"/>
              <a:gd name="connsiteY0" fmla="*/ 479051 h 479051"/>
              <a:gd name="connsiteX1" fmla="*/ 3201 w 12208020"/>
              <a:gd name="connsiteY1" fmla="*/ 222848 h 479051"/>
              <a:gd name="connsiteX2" fmla="*/ 12208020 w 12208020"/>
              <a:gd name="connsiteY2" fmla="*/ 0 h 479051"/>
              <a:gd name="connsiteX3" fmla="*/ 12192000 w 12208020"/>
              <a:gd name="connsiteY3" fmla="*/ 479051 h 479051"/>
              <a:gd name="connsiteX4" fmla="*/ 0 w 12208020"/>
              <a:gd name="connsiteY4" fmla="*/ 479051 h 479051"/>
              <a:gd name="connsiteX0" fmla="*/ 0 w 12195378"/>
              <a:gd name="connsiteY0" fmla="*/ 491692 h 491692"/>
              <a:gd name="connsiteX1" fmla="*/ 3201 w 12195378"/>
              <a:gd name="connsiteY1" fmla="*/ 235489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7415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3201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5227 w 12192177"/>
              <a:gd name="connsiteY0" fmla="*/ 491692 h 491692"/>
              <a:gd name="connsiteX1" fmla="*/ 0 w 12192177"/>
              <a:gd name="connsiteY1" fmla="*/ 205993 h 491692"/>
              <a:gd name="connsiteX2" fmla="*/ 12192177 w 12192177"/>
              <a:gd name="connsiteY2" fmla="*/ 0 h 491692"/>
              <a:gd name="connsiteX3" fmla="*/ 12188799 w 12192177"/>
              <a:gd name="connsiteY3" fmla="*/ 491692 h 491692"/>
              <a:gd name="connsiteX4" fmla="*/ 5227 w 12192177"/>
              <a:gd name="connsiteY4" fmla="*/ 491692 h 491692"/>
              <a:gd name="connsiteX0" fmla="*/ 5227 w 12192177"/>
              <a:gd name="connsiteY0" fmla="*/ 491692 h 494911"/>
              <a:gd name="connsiteX1" fmla="*/ 0 w 12192177"/>
              <a:gd name="connsiteY1" fmla="*/ 205993 h 494911"/>
              <a:gd name="connsiteX2" fmla="*/ 12192177 w 12192177"/>
              <a:gd name="connsiteY2" fmla="*/ 0 h 494911"/>
              <a:gd name="connsiteX3" fmla="*/ 12192019 w 12192177"/>
              <a:gd name="connsiteY3" fmla="*/ 494911 h 494911"/>
              <a:gd name="connsiteX4" fmla="*/ 5227 w 12192177"/>
              <a:gd name="connsiteY4" fmla="*/ 491692 h 494911"/>
              <a:gd name="connsiteX0" fmla="*/ 5227 w 12192177"/>
              <a:gd name="connsiteY0" fmla="*/ 475594 h 478813"/>
              <a:gd name="connsiteX1" fmla="*/ 0 w 12192177"/>
              <a:gd name="connsiteY1" fmla="*/ 189895 h 478813"/>
              <a:gd name="connsiteX2" fmla="*/ 12192177 w 12192177"/>
              <a:gd name="connsiteY2" fmla="*/ 0 h 478813"/>
              <a:gd name="connsiteX3" fmla="*/ 12192019 w 12192177"/>
              <a:gd name="connsiteY3" fmla="*/ 478813 h 478813"/>
              <a:gd name="connsiteX4" fmla="*/ 5227 w 12192177"/>
              <a:gd name="connsiteY4" fmla="*/ 475594 h 478813"/>
              <a:gd name="connsiteX0" fmla="*/ 22287 w 12209237"/>
              <a:gd name="connsiteY0" fmla="*/ 475594 h 478813"/>
              <a:gd name="connsiteX1" fmla="*/ 0 w 12209237"/>
              <a:gd name="connsiteY1" fmla="*/ 220603 h 478813"/>
              <a:gd name="connsiteX2" fmla="*/ 12209237 w 12209237"/>
              <a:gd name="connsiteY2" fmla="*/ 0 h 478813"/>
              <a:gd name="connsiteX3" fmla="*/ 12209079 w 12209237"/>
              <a:gd name="connsiteY3" fmla="*/ 478813 h 478813"/>
              <a:gd name="connsiteX4" fmla="*/ 22287 w 12209237"/>
              <a:gd name="connsiteY4" fmla="*/ 475594 h 478813"/>
              <a:gd name="connsiteX0" fmla="*/ 1815 w 12188765"/>
              <a:gd name="connsiteY0" fmla="*/ 475594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1815 w 12188765"/>
              <a:gd name="connsiteY4" fmla="*/ 475594 h 478813"/>
              <a:gd name="connsiteX0" fmla="*/ 369 w 12190731"/>
              <a:gd name="connsiteY0" fmla="*/ 479006 h 479006"/>
              <a:gd name="connsiteX1" fmla="*/ 1966 w 12190731"/>
              <a:gd name="connsiteY1" fmla="*/ 183072 h 479006"/>
              <a:gd name="connsiteX2" fmla="*/ 12190731 w 12190731"/>
              <a:gd name="connsiteY2" fmla="*/ 0 h 479006"/>
              <a:gd name="connsiteX3" fmla="*/ 12190573 w 12190731"/>
              <a:gd name="connsiteY3" fmla="*/ 478813 h 479006"/>
              <a:gd name="connsiteX4" fmla="*/ 369 w 12190731"/>
              <a:gd name="connsiteY4" fmla="*/ 479006 h 479006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0 w 12190362"/>
              <a:gd name="connsiteY0" fmla="*/ 475594 h 478813"/>
              <a:gd name="connsiteX1" fmla="*/ 1597 w 12190362"/>
              <a:gd name="connsiteY1" fmla="*/ 183072 h 478813"/>
              <a:gd name="connsiteX2" fmla="*/ 12190362 w 12190362"/>
              <a:gd name="connsiteY2" fmla="*/ 0 h 478813"/>
              <a:gd name="connsiteX3" fmla="*/ 12190204 w 12190362"/>
              <a:gd name="connsiteY3" fmla="*/ 478813 h 478813"/>
              <a:gd name="connsiteX4" fmla="*/ 0 w 12190362"/>
              <a:gd name="connsiteY4" fmla="*/ 475594 h 478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0362" h="478813">
                <a:moveTo>
                  <a:pt x="0" y="475594"/>
                </a:moveTo>
                <a:cubicBezTo>
                  <a:pt x="1670" y="482720"/>
                  <a:pt x="3339" y="278305"/>
                  <a:pt x="1597" y="183072"/>
                </a:cubicBezTo>
                <a:lnTo>
                  <a:pt x="12190362" y="0"/>
                </a:lnTo>
                <a:cubicBezTo>
                  <a:pt x="12190309" y="164970"/>
                  <a:pt x="12190257" y="313843"/>
                  <a:pt x="12190204" y="478813"/>
                </a:cubicBezTo>
                <a:lnTo>
                  <a:pt x="0" y="47559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" name="Titelplatzhalter 1">
            <a:extLst>
              <a:ext uri="{FF2B5EF4-FFF2-40B4-BE49-F238E27FC236}">
                <a16:creationId xmlns:a16="http://schemas.microsoft.com/office/drawing/2014/main" id="{D35C8A11-76A9-4F01-B910-84B55C5124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879143"/>
            <a:ext cx="9420225" cy="1169551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>
            <a:lvl1pPr>
              <a:lnSpc>
                <a:spcPct val="100000"/>
              </a:lnSpc>
              <a:defRPr sz="3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to edit Chapter title with </a:t>
            </a:r>
            <a:br>
              <a:rPr lang="en-US" noProof="0" dirty="0"/>
            </a:br>
            <a:r>
              <a:rPr lang="en-US" noProof="0" dirty="0"/>
              <a:t>a maximum of approx. 80 characters</a:t>
            </a:r>
          </a:p>
        </p:txBody>
      </p:sp>
      <p:cxnSp>
        <p:nvCxnSpPr>
          <p:cNvPr id="9" name="Gerade Verbindung 11">
            <a:extLst>
              <a:ext uri="{FF2B5EF4-FFF2-40B4-BE49-F238E27FC236}">
                <a16:creationId xmlns:a16="http://schemas.microsoft.com/office/drawing/2014/main" id="{0CD2360C-18FB-4D90-9299-12A728A5ED7B}"/>
              </a:ext>
            </a:extLst>
          </p:cNvPr>
          <p:cNvCxnSpPr>
            <a:cxnSpLocks/>
          </p:cNvCxnSpPr>
          <p:nvPr userDrawn="1"/>
        </p:nvCxnSpPr>
        <p:spPr>
          <a:xfrm flipH="1">
            <a:off x="515938" y="5267694"/>
            <a:ext cx="720000" cy="0"/>
          </a:xfrm>
          <a:prstGeom prst="line">
            <a:avLst/>
          </a:prstGeom>
          <a:ln w="19050">
            <a:solidFill>
              <a:srgbClr val="FF9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B950451D-54EA-4094-A96F-A3855A90762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3611397"/>
            <a:ext cx="9420224" cy="161583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200"/>
              </a:lnSpc>
              <a:spcAft>
                <a:spcPts val="0"/>
              </a:spcAft>
              <a:buNone/>
              <a:defRPr sz="1200" b="1" i="0" cap="all" spc="100" baseline="0">
                <a:solidFill>
                  <a:schemeClr val="bg1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90 characters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7523655-14AC-48E9-BD0E-4A47067563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733407" y="301339"/>
            <a:ext cx="941923" cy="50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922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03">
    <p:bg>
      <p:bgPr>
        <a:gradFill>
          <a:gsLst>
            <a:gs pos="0">
              <a:srgbClr val="0062A4"/>
            </a:gs>
            <a:gs pos="85000">
              <a:schemeClr val="tx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platzhalter 1">
            <a:extLst>
              <a:ext uri="{FF2B5EF4-FFF2-40B4-BE49-F238E27FC236}">
                <a16:creationId xmlns:a16="http://schemas.microsoft.com/office/drawing/2014/main" id="{17FB4996-A242-49FA-AB93-B1AA1A4CE7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879143"/>
            <a:ext cx="9420225" cy="1169551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>
            <a:lvl1pPr>
              <a:lnSpc>
                <a:spcPct val="100000"/>
              </a:lnSpc>
              <a:defRPr sz="3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to edit Chapter title with </a:t>
            </a:r>
            <a:br>
              <a:rPr lang="en-US" noProof="0" dirty="0"/>
            </a:br>
            <a:r>
              <a:rPr lang="en-US" noProof="0" dirty="0"/>
              <a:t>a maximum of approx. 80 characters</a:t>
            </a:r>
          </a:p>
        </p:txBody>
      </p:sp>
      <p:cxnSp>
        <p:nvCxnSpPr>
          <p:cNvPr id="12" name="Gerade Verbindung 11">
            <a:extLst>
              <a:ext uri="{FF2B5EF4-FFF2-40B4-BE49-F238E27FC236}">
                <a16:creationId xmlns:a16="http://schemas.microsoft.com/office/drawing/2014/main" id="{C0AB52FC-F0B3-0C40-B5B6-59133C3BC237}"/>
              </a:ext>
            </a:extLst>
          </p:cNvPr>
          <p:cNvCxnSpPr>
            <a:cxnSpLocks/>
          </p:cNvCxnSpPr>
          <p:nvPr userDrawn="1"/>
        </p:nvCxnSpPr>
        <p:spPr>
          <a:xfrm flipH="1">
            <a:off x="515938" y="5267694"/>
            <a:ext cx="720000" cy="0"/>
          </a:xfrm>
          <a:prstGeom prst="line">
            <a:avLst/>
          </a:prstGeom>
          <a:ln w="19050">
            <a:solidFill>
              <a:srgbClr val="FF9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rapez 1">
            <a:extLst>
              <a:ext uri="{FF2B5EF4-FFF2-40B4-BE49-F238E27FC236}">
                <a16:creationId xmlns:a16="http://schemas.microsoft.com/office/drawing/2014/main" id="{E26247D5-7FB8-3249-9F5E-7D09FAEF23E9}"/>
              </a:ext>
            </a:extLst>
          </p:cNvPr>
          <p:cNvSpPr/>
          <p:nvPr userDrawn="1"/>
        </p:nvSpPr>
        <p:spPr>
          <a:xfrm>
            <a:off x="0" y="6382800"/>
            <a:ext cx="12192000" cy="478813"/>
          </a:xfrm>
          <a:custGeom>
            <a:avLst/>
            <a:gdLst>
              <a:gd name="connsiteX0" fmla="*/ 0 w 12192000"/>
              <a:gd name="connsiteY0" fmla="*/ 512762 h 512762"/>
              <a:gd name="connsiteX1" fmla="*/ 128191 w 12192000"/>
              <a:gd name="connsiteY1" fmla="*/ 0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2000"/>
              <a:gd name="connsiteY0" fmla="*/ 512762 h 512762"/>
              <a:gd name="connsiteX1" fmla="*/ 3201 w 12192000"/>
              <a:gd name="connsiteY1" fmla="*/ 256559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5378"/>
              <a:gd name="connsiteY0" fmla="*/ 512762 h 512762"/>
              <a:gd name="connsiteX1" fmla="*/ 3201 w 12195378"/>
              <a:gd name="connsiteY1" fmla="*/ 256559 h 512762"/>
              <a:gd name="connsiteX2" fmla="*/ 12195378 w 12195378"/>
              <a:gd name="connsiteY2" fmla="*/ 0 h 512762"/>
              <a:gd name="connsiteX3" fmla="*/ 12192000 w 12195378"/>
              <a:gd name="connsiteY3" fmla="*/ 512762 h 512762"/>
              <a:gd name="connsiteX4" fmla="*/ 0 w 12195378"/>
              <a:gd name="connsiteY4" fmla="*/ 512762 h 512762"/>
              <a:gd name="connsiteX0" fmla="*/ 0 w 12208020"/>
              <a:gd name="connsiteY0" fmla="*/ 479051 h 479051"/>
              <a:gd name="connsiteX1" fmla="*/ 3201 w 12208020"/>
              <a:gd name="connsiteY1" fmla="*/ 222848 h 479051"/>
              <a:gd name="connsiteX2" fmla="*/ 12208020 w 12208020"/>
              <a:gd name="connsiteY2" fmla="*/ 0 h 479051"/>
              <a:gd name="connsiteX3" fmla="*/ 12192000 w 12208020"/>
              <a:gd name="connsiteY3" fmla="*/ 479051 h 479051"/>
              <a:gd name="connsiteX4" fmla="*/ 0 w 12208020"/>
              <a:gd name="connsiteY4" fmla="*/ 479051 h 479051"/>
              <a:gd name="connsiteX0" fmla="*/ 0 w 12195378"/>
              <a:gd name="connsiteY0" fmla="*/ 491692 h 491692"/>
              <a:gd name="connsiteX1" fmla="*/ 3201 w 12195378"/>
              <a:gd name="connsiteY1" fmla="*/ 235489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7415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3201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5227 w 12192177"/>
              <a:gd name="connsiteY0" fmla="*/ 491692 h 491692"/>
              <a:gd name="connsiteX1" fmla="*/ 0 w 12192177"/>
              <a:gd name="connsiteY1" fmla="*/ 205993 h 491692"/>
              <a:gd name="connsiteX2" fmla="*/ 12192177 w 12192177"/>
              <a:gd name="connsiteY2" fmla="*/ 0 h 491692"/>
              <a:gd name="connsiteX3" fmla="*/ 12188799 w 12192177"/>
              <a:gd name="connsiteY3" fmla="*/ 491692 h 491692"/>
              <a:gd name="connsiteX4" fmla="*/ 5227 w 12192177"/>
              <a:gd name="connsiteY4" fmla="*/ 491692 h 491692"/>
              <a:gd name="connsiteX0" fmla="*/ 5227 w 12192177"/>
              <a:gd name="connsiteY0" fmla="*/ 491692 h 494911"/>
              <a:gd name="connsiteX1" fmla="*/ 0 w 12192177"/>
              <a:gd name="connsiteY1" fmla="*/ 205993 h 494911"/>
              <a:gd name="connsiteX2" fmla="*/ 12192177 w 12192177"/>
              <a:gd name="connsiteY2" fmla="*/ 0 h 494911"/>
              <a:gd name="connsiteX3" fmla="*/ 12192019 w 12192177"/>
              <a:gd name="connsiteY3" fmla="*/ 494911 h 494911"/>
              <a:gd name="connsiteX4" fmla="*/ 5227 w 12192177"/>
              <a:gd name="connsiteY4" fmla="*/ 491692 h 494911"/>
              <a:gd name="connsiteX0" fmla="*/ 5227 w 12192177"/>
              <a:gd name="connsiteY0" fmla="*/ 475594 h 478813"/>
              <a:gd name="connsiteX1" fmla="*/ 0 w 12192177"/>
              <a:gd name="connsiteY1" fmla="*/ 189895 h 478813"/>
              <a:gd name="connsiteX2" fmla="*/ 12192177 w 12192177"/>
              <a:gd name="connsiteY2" fmla="*/ 0 h 478813"/>
              <a:gd name="connsiteX3" fmla="*/ 12192019 w 12192177"/>
              <a:gd name="connsiteY3" fmla="*/ 478813 h 478813"/>
              <a:gd name="connsiteX4" fmla="*/ 5227 w 12192177"/>
              <a:gd name="connsiteY4" fmla="*/ 475594 h 478813"/>
              <a:gd name="connsiteX0" fmla="*/ 22287 w 12209237"/>
              <a:gd name="connsiteY0" fmla="*/ 475594 h 478813"/>
              <a:gd name="connsiteX1" fmla="*/ 0 w 12209237"/>
              <a:gd name="connsiteY1" fmla="*/ 220603 h 478813"/>
              <a:gd name="connsiteX2" fmla="*/ 12209237 w 12209237"/>
              <a:gd name="connsiteY2" fmla="*/ 0 h 478813"/>
              <a:gd name="connsiteX3" fmla="*/ 12209079 w 12209237"/>
              <a:gd name="connsiteY3" fmla="*/ 478813 h 478813"/>
              <a:gd name="connsiteX4" fmla="*/ 22287 w 12209237"/>
              <a:gd name="connsiteY4" fmla="*/ 475594 h 478813"/>
              <a:gd name="connsiteX0" fmla="*/ 1815 w 12188765"/>
              <a:gd name="connsiteY0" fmla="*/ 475594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1815 w 12188765"/>
              <a:gd name="connsiteY4" fmla="*/ 475594 h 478813"/>
              <a:gd name="connsiteX0" fmla="*/ 369 w 12190731"/>
              <a:gd name="connsiteY0" fmla="*/ 479006 h 479006"/>
              <a:gd name="connsiteX1" fmla="*/ 1966 w 12190731"/>
              <a:gd name="connsiteY1" fmla="*/ 183072 h 479006"/>
              <a:gd name="connsiteX2" fmla="*/ 12190731 w 12190731"/>
              <a:gd name="connsiteY2" fmla="*/ 0 h 479006"/>
              <a:gd name="connsiteX3" fmla="*/ 12190573 w 12190731"/>
              <a:gd name="connsiteY3" fmla="*/ 478813 h 479006"/>
              <a:gd name="connsiteX4" fmla="*/ 369 w 12190731"/>
              <a:gd name="connsiteY4" fmla="*/ 479006 h 479006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0 w 12190362"/>
              <a:gd name="connsiteY0" fmla="*/ 475594 h 478813"/>
              <a:gd name="connsiteX1" fmla="*/ 1597 w 12190362"/>
              <a:gd name="connsiteY1" fmla="*/ 183072 h 478813"/>
              <a:gd name="connsiteX2" fmla="*/ 12190362 w 12190362"/>
              <a:gd name="connsiteY2" fmla="*/ 0 h 478813"/>
              <a:gd name="connsiteX3" fmla="*/ 12190204 w 12190362"/>
              <a:gd name="connsiteY3" fmla="*/ 478813 h 478813"/>
              <a:gd name="connsiteX4" fmla="*/ 0 w 12190362"/>
              <a:gd name="connsiteY4" fmla="*/ 475594 h 478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0362" h="478813">
                <a:moveTo>
                  <a:pt x="0" y="475594"/>
                </a:moveTo>
                <a:cubicBezTo>
                  <a:pt x="1670" y="482720"/>
                  <a:pt x="3339" y="278305"/>
                  <a:pt x="1597" y="183072"/>
                </a:cubicBezTo>
                <a:lnTo>
                  <a:pt x="12190362" y="0"/>
                </a:lnTo>
                <a:cubicBezTo>
                  <a:pt x="12190309" y="164970"/>
                  <a:pt x="12190257" y="313843"/>
                  <a:pt x="12190204" y="478813"/>
                </a:cubicBezTo>
                <a:lnTo>
                  <a:pt x="0" y="47559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E80AD087-5BC9-4E14-A53B-A8F0E2F6B24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1448" y="1550589"/>
            <a:ext cx="883204" cy="644487"/>
          </a:xfrm>
          <a:noFill/>
        </p:spPr>
        <p:txBody>
          <a:bodyPr wrap="none" lIns="0" tIns="0" rIns="0" bIns="0">
            <a:noAutofit/>
          </a:bodyPr>
          <a:lstStyle>
            <a:lvl1pPr marL="0" indent="0" fontAlgn="t">
              <a:lnSpc>
                <a:spcPts val="6000"/>
              </a:lnSpc>
              <a:spcAft>
                <a:spcPts val="0"/>
              </a:spcAft>
              <a:buNone/>
              <a:defRPr sz="6000" b="0" i="0" cap="all" spc="100" baseline="0">
                <a:solidFill>
                  <a:srgbClr val="FF9300"/>
                </a:solidFill>
                <a:latin typeface="+mn-lt"/>
                <a:ea typeface="Roboto Light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01</a:t>
            </a:r>
          </a:p>
        </p:txBody>
      </p:sp>
      <p:sp>
        <p:nvSpPr>
          <p:cNvPr id="15" name="Textplatzhalter 3">
            <a:extLst>
              <a:ext uri="{FF2B5EF4-FFF2-40B4-BE49-F238E27FC236}">
                <a16:creationId xmlns:a16="http://schemas.microsoft.com/office/drawing/2014/main" id="{2A8BF6D0-D3E9-4F39-9273-461AB438CA2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20329" y="1652217"/>
            <a:ext cx="8415834" cy="564257"/>
          </a:xfrm>
          <a:noFill/>
        </p:spPr>
        <p:txBody>
          <a:bodyPr wrap="square" lIns="0" tIns="0" rIns="0" bIns="0" anchor="b">
            <a:spAutoFit/>
          </a:bodyPr>
          <a:lstStyle>
            <a:lvl1pPr marL="0" indent="0" fontAlgn="t">
              <a:lnSpc>
                <a:spcPts val="2160"/>
              </a:lnSpc>
              <a:spcAft>
                <a:spcPts val="0"/>
              </a:spcAft>
              <a:buNone/>
              <a:defRPr sz="1800" b="0" i="0" cap="none" spc="0" baseline="0">
                <a:solidFill>
                  <a:schemeClr val="bg1"/>
                </a:solidFill>
                <a:latin typeface="+mn-lt"/>
                <a:ea typeface="Roboto Light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Agenda topic with </a:t>
            </a:r>
            <a:br>
              <a:rPr lang="en-US" noProof="0" dirty="0"/>
            </a:br>
            <a:r>
              <a:rPr lang="en-US" noProof="0" dirty="0"/>
              <a:t>a maximum of approx. 150 characters</a:t>
            </a:r>
          </a:p>
        </p:txBody>
      </p:sp>
      <p:sp>
        <p:nvSpPr>
          <p:cNvPr id="19" name="Textplatzhalter 3">
            <a:extLst>
              <a:ext uri="{FF2B5EF4-FFF2-40B4-BE49-F238E27FC236}">
                <a16:creationId xmlns:a16="http://schemas.microsoft.com/office/drawing/2014/main" id="{246700F4-4AF5-491E-B977-834F113ED88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3611397"/>
            <a:ext cx="9420224" cy="161583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200"/>
              </a:lnSpc>
              <a:spcAft>
                <a:spcPts val="0"/>
              </a:spcAft>
              <a:buNone/>
              <a:defRPr sz="1200" b="1" i="0" cap="all" spc="100" baseline="0">
                <a:solidFill>
                  <a:schemeClr val="bg1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90 characters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D16D745-B616-4C2E-A9AF-C5FDE3DF37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733407" y="301339"/>
            <a:ext cx="941923" cy="50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113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04">
    <p:bg>
      <p:bgPr>
        <a:gradFill>
          <a:gsLst>
            <a:gs pos="0">
              <a:srgbClr val="0062A4"/>
            </a:gs>
            <a:gs pos="85000">
              <a:schemeClr val="tx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rapez 1">
            <a:extLst>
              <a:ext uri="{FF2B5EF4-FFF2-40B4-BE49-F238E27FC236}">
                <a16:creationId xmlns:a16="http://schemas.microsoft.com/office/drawing/2014/main" id="{E26247D5-7FB8-3249-9F5E-7D09FAEF23E9}"/>
              </a:ext>
            </a:extLst>
          </p:cNvPr>
          <p:cNvSpPr/>
          <p:nvPr userDrawn="1"/>
        </p:nvSpPr>
        <p:spPr>
          <a:xfrm>
            <a:off x="0" y="6382800"/>
            <a:ext cx="12192000" cy="478813"/>
          </a:xfrm>
          <a:custGeom>
            <a:avLst/>
            <a:gdLst>
              <a:gd name="connsiteX0" fmla="*/ 0 w 12192000"/>
              <a:gd name="connsiteY0" fmla="*/ 512762 h 512762"/>
              <a:gd name="connsiteX1" fmla="*/ 128191 w 12192000"/>
              <a:gd name="connsiteY1" fmla="*/ 0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2000"/>
              <a:gd name="connsiteY0" fmla="*/ 512762 h 512762"/>
              <a:gd name="connsiteX1" fmla="*/ 3201 w 12192000"/>
              <a:gd name="connsiteY1" fmla="*/ 256559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5378"/>
              <a:gd name="connsiteY0" fmla="*/ 512762 h 512762"/>
              <a:gd name="connsiteX1" fmla="*/ 3201 w 12195378"/>
              <a:gd name="connsiteY1" fmla="*/ 256559 h 512762"/>
              <a:gd name="connsiteX2" fmla="*/ 12195378 w 12195378"/>
              <a:gd name="connsiteY2" fmla="*/ 0 h 512762"/>
              <a:gd name="connsiteX3" fmla="*/ 12192000 w 12195378"/>
              <a:gd name="connsiteY3" fmla="*/ 512762 h 512762"/>
              <a:gd name="connsiteX4" fmla="*/ 0 w 12195378"/>
              <a:gd name="connsiteY4" fmla="*/ 512762 h 512762"/>
              <a:gd name="connsiteX0" fmla="*/ 0 w 12208020"/>
              <a:gd name="connsiteY0" fmla="*/ 479051 h 479051"/>
              <a:gd name="connsiteX1" fmla="*/ 3201 w 12208020"/>
              <a:gd name="connsiteY1" fmla="*/ 222848 h 479051"/>
              <a:gd name="connsiteX2" fmla="*/ 12208020 w 12208020"/>
              <a:gd name="connsiteY2" fmla="*/ 0 h 479051"/>
              <a:gd name="connsiteX3" fmla="*/ 12192000 w 12208020"/>
              <a:gd name="connsiteY3" fmla="*/ 479051 h 479051"/>
              <a:gd name="connsiteX4" fmla="*/ 0 w 12208020"/>
              <a:gd name="connsiteY4" fmla="*/ 479051 h 479051"/>
              <a:gd name="connsiteX0" fmla="*/ 0 w 12195378"/>
              <a:gd name="connsiteY0" fmla="*/ 491692 h 491692"/>
              <a:gd name="connsiteX1" fmla="*/ 3201 w 12195378"/>
              <a:gd name="connsiteY1" fmla="*/ 235489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7415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3201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5227 w 12192177"/>
              <a:gd name="connsiteY0" fmla="*/ 491692 h 491692"/>
              <a:gd name="connsiteX1" fmla="*/ 0 w 12192177"/>
              <a:gd name="connsiteY1" fmla="*/ 205993 h 491692"/>
              <a:gd name="connsiteX2" fmla="*/ 12192177 w 12192177"/>
              <a:gd name="connsiteY2" fmla="*/ 0 h 491692"/>
              <a:gd name="connsiteX3" fmla="*/ 12188799 w 12192177"/>
              <a:gd name="connsiteY3" fmla="*/ 491692 h 491692"/>
              <a:gd name="connsiteX4" fmla="*/ 5227 w 12192177"/>
              <a:gd name="connsiteY4" fmla="*/ 491692 h 491692"/>
              <a:gd name="connsiteX0" fmla="*/ 5227 w 12192177"/>
              <a:gd name="connsiteY0" fmla="*/ 491692 h 494911"/>
              <a:gd name="connsiteX1" fmla="*/ 0 w 12192177"/>
              <a:gd name="connsiteY1" fmla="*/ 205993 h 494911"/>
              <a:gd name="connsiteX2" fmla="*/ 12192177 w 12192177"/>
              <a:gd name="connsiteY2" fmla="*/ 0 h 494911"/>
              <a:gd name="connsiteX3" fmla="*/ 12192019 w 12192177"/>
              <a:gd name="connsiteY3" fmla="*/ 494911 h 494911"/>
              <a:gd name="connsiteX4" fmla="*/ 5227 w 12192177"/>
              <a:gd name="connsiteY4" fmla="*/ 491692 h 494911"/>
              <a:gd name="connsiteX0" fmla="*/ 5227 w 12192177"/>
              <a:gd name="connsiteY0" fmla="*/ 475594 h 478813"/>
              <a:gd name="connsiteX1" fmla="*/ 0 w 12192177"/>
              <a:gd name="connsiteY1" fmla="*/ 189895 h 478813"/>
              <a:gd name="connsiteX2" fmla="*/ 12192177 w 12192177"/>
              <a:gd name="connsiteY2" fmla="*/ 0 h 478813"/>
              <a:gd name="connsiteX3" fmla="*/ 12192019 w 12192177"/>
              <a:gd name="connsiteY3" fmla="*/ 478813 h 478813"/>
              <a:gd name="connsiteX4" fmla="*/ 5227 w 12192177"/>
              <a:gd name="connsiteY4" fmla="*/ 475594 h 478813"/>
              <a:gd name="connsiteX0" fmla="*/ 22287 w 12209237"/>
              <a:gd name="connsiteY0" fmla="*/ 475594 h 478813"/>
              <a:gd name="connsiteX1" fmla="*/ 0 w 12209237"/>
              <a:gd name="connsiteY1" fmla="*/ 220603 h 478813"/>
              <a:gd name="connsiteX2" fmla="*/ 12209237 w 12209237"/>
              <a:gd name="connsiteY2" fmla="*/ 0 h 478813"/>
              <a:gd name="connsiteX3" fmla="*/ 12209079 w 12209237"/>
              <a:gd name="connsiteY3" fmla="*/ 478813 h 478813"/>
              <a:gd name="connsiteX4" fmla="*/ 22287 w 12209237"/>
              <a:gd name="connsiteY4" fmla="*/ 475594 h 478813"/>
              <a:gd name="connsiteX0" fmla="*/ 1815 w 12188765"/>
              <a:gd name="connsiteY0" fmla="*/ 475594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1815 w 12188765"/>
              <a:gd name="connsiteY4" fmla="*/ 475594 h 478813"/>
              <a:gd name="connsiteX0" fmla="*/ 369 w 12190731"/>
              <a:gd name="connsiteY0" fmla="*/ 479006 h 479006"/>
              <a:gd name="connsiteX1" fmla="*/ 1966 w 12190731"/>
              <a:gd name="connsiteY1" fmla="*/ 183072 h 479006"/>
              <a:gd name="connsiteX2" fmla="*/ 12190731 w 12190731"/>
              <a:gd name="connsiteY2" fmla="*/ 0 h 479006"/>
              <a:gd name="connsiteX3" fmla="*/ 12190573 w 12190731"/>
              <a:gd name="connsiteY3" fmla="*/ 478813 h 479006"/>
              <a:gd name="connsiteX4" fmla="*/ 369 w 12190731"/>
              <a:gd name="connsiteY4" fmla="*/ 479006 h 479006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0 w 12190362"/>
              <a:gd name="connsiteY0" fmla="*/ 475594 h 478813"/>
              <a:gd name="connsiteX1" fmla="*/ 1597 w 12190362"/>
              <a:gd name="connsiteY1" fmla="*/ 183072 h 478813"/>
              <a:gd name="connsiteX2" fmla="*/ 12190362 w 12190362"/>
              <a:gd name="connsiteY2" fmla="*/ 0 h 478813"/>
              <a:gd name="connsiteX3" fmla="*/ 12190204 w 12190362"/>
              <a:gd name="connsiteY3" fmla="*/ 478813 h 478813"/>
              <a:gd name="connsiteX4" fmla="*/ 0 w 12190362"/>
              <a:gd name="connsiteY4" fmla="*/ 475594 h 478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0362" h="478813">
                <a:moveTo>
                  <a:pt x="0" y="475594"/>
                </a:moveTo>
                <a:cubicBezTo>
                  <a:pt x="1670" y="482720"/>
                  <a:pt x="3339" y="278305"/>
                  <a:pt x="1597" y="183072"/>
                </a:cubicBezTo>
                <a:lnTo>
                  <a:pt x="12190362" y="0"/>
                </a:lnTo>
                <a:cubicBezTo>
                  <a:pt x="12190309" y="164970"/>
                  <a:pt x="12190257" y="313843"/>
                  <a:pt x="12190204" y="478813"/>
                </a:cubicBezTo>
                <a:lnTo>
                  <a:pt x="0" y="47559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" name="Titelplatzhalter 1">
            <a:extLst>
              <a:ext uri="{FF2B5EF4-FFF2-40B4-BE49-F238E27FC236}">
                <a16:creationId xmlns:a16="http://schemas.microsoft.com/office/drawing/2014/main" id="{083C9AF5-A775-4DB3-9D17-DD55F5FB9A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2282"/>
            <a:ext cx="9420225" cy="664797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to edit Master title with a maximum of </a:t>
            </a:r>
            <a:br>
              <a:rPr lang="en-US" noProof="0" dirty="0"/>
            </a:br>
            <a:r>
              <a:rPr lang="en-US" noProof="0" dirty="0"/>
              <a:t>approx. 120 characters in maximum two lines</a:t>
            </a:r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B2966871-E7D2-425C-AA54-B2B53472915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5939" y="2243510"/>
            <a:ext cx="9420224" cy="13465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bg1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100 characters</a:t>
            </a:r>
          </a:p>
        </p:txBody>
      </p:sp>
      <p:cxnSp>
        <p:nvCxnSpPr>
          <p:cNvPr id="11" name="Gerade Verbindung 6">
            <a:extLst>
              <a:ext uri="{FF2B5EF4-FFF2-40B4-BE49-F238E27FC236}">
                <a16:creationId xmlns:a16="http://schemas.microsoft.com/office/drawing/2014/main" id="{D7F7B41D-5EBA-471A-A788-D09483504B5D}"/>
              </a:ext>
            </a:extLst>
          </p:cNvPr>
          <p:cNvCxnSpPr>
            <a:cxnSpLocks/>
          </p:cNvCxnSpPr>
          <p:nvPr userDrawn="1"/>
        </p:nvCxnSpPr>
        <p:spPr>
          <a:xfrm flipH="1">
            <a:off x="515938" y="3251572"/>
            <a:ext cx="720000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23129755-E7D5-4C74-A222-67CBE698549D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515938" y="3608388"/>
            <a:ext cx="9420225" cy="2592928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1320B1D-514C-4A78-A9C4-87B4F7B6B7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733407" y="301339"/>
            <a:ext cx="941923" cy="5029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Overview">
    <p:bg>
      <p:bgPr>
        <a:gradFill>
          <a:gsLst>
            <a:gs pos="0">
              <a:srgbClr val="0062A4"/>
            </a:gs>
            <a:gs pos="85000">
              <a:schemeClr val="tx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elplatzhalter 1">
            <a:extLst>
              <a:ext uri="{FF2B5EF4-FFF2-40B4-BE49-F238E27FC236}">
                <a16:creationId xmlns:a16="http://schemas.microsoft.com/office/drawing/2014/main" id="{84858144-D962-4CA7-BEBE-A9333F4929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2282"/>
            <a:ext cx="9420223" cy="664797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to edit Master title with a maximum of </a:t>
            </a:r>
            <a:br>
              <a:rPr lang="en-US" noProof="0" dirty="0"/>
            </a:br>
            <a:r>
              <a:rPr lang="en-US" noProof="0" dirty="0"/>
              <a:t>approx. 120 characters in maximum two lines</a:t>
            </a:r>
          </a:p>
        </p:txBody>
      </p:sp>
      <p:sp>
        <p:nvSpPr>
          <p:cNvPr id="36" name="Trapez 1">
            <a:extLst>
              <a:ext uri="{FF2B5EF4-FFF2-40B4-BE49-F238E27FC236}">
                <a16:creationId xmlns:a16="http://schemas.microsoft.com/office/drawing/2014/main" id="{E26247D5-7FB8-3249-9F5E-7D09FAEF23E9}"/>
              </a:ext>
            </a:extLst>
          </p:cNvPr>
          <p:cNvSpPr/>
          <p:nvPr userDrawn="1"/>
        </p:nvSpPr>
        <p:spPr>
          <a:xfrm>
            <a:off x="0" y="6382800"/>
            <a:ext cx="12192000" cy="478813"/>
          </a:xfrm>
          <a:custGeom>
            <a:avLst/>
            <a:gdLst>
              <a:gd name="connsiteX0" fmla="*/ 0 w 12192000"/>
              <a:gd name="connsiteY0" fmla="*/ 512762 h 512762"/>
              <a:gd name="connsiteX1" fmla="*/ 128191 w 12192000"/>
              <a:gd name="connsiteY1" fmla="*/ 0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2000"/>
              <a:gd name="connsiteY0" fmla="*/ 512762 h 512762"/>
              <a:gd name="connsiteX1" fmla="*/ 3201 w 12192000"/>
              <a:gd name="connsiteY1" fmla="*/ 256559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5378"/>
              <a:gd name="connsiteY0" fmla="*/ 512762 h 512762"/>
              <a:gd name="connsiteX1" fmla="*/ 3201 w 12195378"/>
              <a:gd name="connsiteY1" fmla="*/ 256559 h 512762"/>
              <a:gd name="connsiteX2" fmla="*/ 12195378 w 12195378"/>
              <a:gd name="connsiteY2" fmla="*/ 0 h 512762"/>
              <a:gd name="connsiteX3" fmla="*/ 12192000 w 12195378"/>
              <a:gd name="connsiteY3" fmla="*/ 512762 h 512762"/>
              <a:gd name="connsiteX4" fmla="*/ 0 w 12195378"/>
              <a:gd name="connsiteY4" fmla="*/ 512762 h 512762"/>
              <a:gd name="connsiteX0" fmla="*/ 0 w 12208020"/>
              <a:gd name="connsiteY0" fmla="*/ 479051 h 479051"/>
              <a:gd name="connsiteX1" fmla="*/ 3201 w 12208020"/>
              <a:gd name="connsiteY1" fmla="*/ 222848 h 479051"/>
              <a:gd name="connsiteX2" fmla="*/ 12208020 w 12208020"/>
              <a:gd name="connsiteY2" fmla="*/ 0 h 479051"/>
              <a:gd name="connsiteX3" fmla="*/ 12192000 w 12208020"/>
              <a:gd name="connsiteY3" fmla="*/ 479051 h 479051"/>
              <a:gd name="connsiteX4" fmla="*/ 0 w 12208020"/>
              <a:gd name="connsiteY4" fmla="*/ 479051 h 479051"/>
              <a:gd name="connsiteX0" fmla="*/ 0 w 12195378"/>
              <a:gd name="connsiteY0" fmla="*/ 491692 h 491692"/>
              <a:gd name="connsiteX1" fmla="*/ 3201 w 12195378"/>
              <a:gd name="connsiteY1" fmla="*/ 235489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7415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3201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5227 w 12192177"/>
              <a:gd name="connsiteY0" fmla="*/ 491692 h 491692"/>
              <a:gd name="connsiteX1" fmla="*/ 0 w 12192177"/>
              <a:gd name="connsiteY1" fmla="*/ 205993 h 491692"/>
              <a:gd name="connsiteX2" fmla="*/ 12192177 w 12192177"/>
              <a:gd name="connsiteY2" fmla="*/ 0 h 491692"/>
              <a:gd name="connsiteX3" fmla="*/ 12188799 w 12192177"/>
              <a:gd name="connsiteY3" fmla="*/ 491692 h 491692"/>
              <a:gd name="connsiteX4" fmla="*/ 5227 w 12192177"/>
              <a:gd name="connsiteY4" fmla="*/ 491692 h 491692"/>
              <a:gd name="connsiteX0" fmla="*/ 5227 w 12192177"/>
              <a:gd name="connsiteY0" fmla="*/ 491692 h 494911"/>
              <a:gd name="connsiteX1" fmla="*/ 0 w 12192177"/>
              <a:gd name="connsiteY1" fmla="*/ 205993 h 494911"/>
              <a:gd name="connsiteX2" fmla="*/ 12192177 w 12192177"/>
              <a:gd name="connsiteY2" fmla="*/ 0 h 494911"/>
              <a:gd name="connsiteX3" fmla="*/ 12192019 w 12192177"/>
              <a:gd name="connsiteY3" fmla="*/ 494911 h 494911"/>
              <a:gd name="connsiteX4" fmla="*/ 5227 w 12192177"/>
              <a:gd name="connsiteY4" fmla="*/ 491692 h 494911"/>
              <a:gd name="connsiteX0" fmla="*/ 5227 w 12192177"/>
              <a:gd name="connsiteY0" fmla="*/ 475594 h 478813"/>
              <a:gd name="connsiteX1" fmla="*/ 0 w 12192177"/>
              <a:gd name="connsiteY1" fmla="*/ 189895 h 478813"/>
              <a:gd name="connsiteX2" fmla="*/ 12192177 w 12192177"/>
              <a:gd name="connsiteY2" fmla="*/ 0 h 478813"/>
              <a:gd name="connsiteX3" fmla="*/ 12192019 w 12192177"/>
              <a:gd name="connsiteY3" fmla="*/ 478813 h 478813"/>
              <a:gd name="connsiteX4" fmla="*/ 5227 w 12192177"/>
              <a:gd name="connsiteY4" fmla="*/ 475594 h 478813"/>
              <a:gd name="connsiteX0" fmla="*/ 22287 w 12209237"/>
              <a:gd name="connsiteY0" fmla="*/ 475594 h 478813"/>
              <a:gd name="connsiteX1" fmla="*/ 0 w 12209237"/>
              <a:gd name="connsiteY1" fmla="*/ 220603 h 478813"/>
              <a:gd name="connsiteX2" fmla="*/ 12209237 w 12209237"/>
              <a:gd name="connsiteY2" fmla="*/ 0 h 478813"/>
              <a:gd name="connsiteX3" fmla="*/ 12209079 w 12209237"/>
              <a:gd name="connsiteY3" fmla="*/ 478813 h 478813"/>
              <a:gd name="connsiteX4" fmla="*/ 22287 w 12209237"/>
              <a:gd name="connsiteY4" fmla="*/ 475594 h 478813"/>
              <a:gd name="connsiteX0" fmla="*/ 1815 w 12188765"/>
              <a:gd name="connsiteY0" fmla="*/ 475594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1815 w 12188765"/>
              <a:gd name="connsiteY4" fmla="*/ 475594 h 478813"/>
              <a:gd name="connsiteX0" fmla="*/ 369 w 12190731"/>
              <a:gd name="connsiteY0" fmla="*/ 479006 h 479006"/>
              <a:gd name="connsiteX1" fmla="*/ 1966 w 12190731"/>
              <a:gd name="connsiteY1" fmla="*/ 183072 h 479006"/>
              <a:gd name="connsiteX2" fmla="*/ 12190731 w 12190731"/>
              <a:gd name="connsiteY2" fmla="*/ 0 h 479006"/>
              <a:gd name="connsiteX3" fmla="*/ 12190573 w 12190731"/>
              <a:gd name="connsiteY3" fmla="*/ 478813 h 479006"/>
              <a:gd name="connsiteX4" fmla="*/ 369 w 12190731"/>
              <a:gd name="connsiteY4" fmla="*/ 479006 h 479006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0 w 12190362"/>
              <a:gd name="connsiteY0" fmla="*/ 475594 h 478813"/>
              <a:gd name="connsiteX1" fmla="*/ 1597 w 12190362"/>
              <a:gd name="connsiteY1" fmla="*/ 183072 h 478813"/>
              <a:gd name="connsiteX2" fmla="*/ 12190362 w 12190362"/>
              <a:gd name="connsiteY2" fmla="*/ 0 h 478813"/>
              <a:gd name="connsiteX3" fmla="*/ 12190204 w 12190362"/>
              <a:gd name="connsiteY3" fmla="*/ 478813 h 478813"/>
              <a:gd name="connsiteX4" fmla="*/ 0 w 12190362"/>
              <a:gd name="connsiteY4" fmla="*/ 475594 h 478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0362" h="478813">
                <a:moveTo>
                  <a:pt x="0" y="475594"/>
                </a:moveTo>
                <a:cubicBezTo>
                  <a:pt x="1670" y="482720"/>
                  <a:pt x="3339" y="278305"/>
                  <a:pt x="1597" y="183072"/>
                </a:cubicBezTo>
                <a:lnTo>
                  <a:pt x="12190362" y="0"/>
                </a:lnTo>
                <a:cubicBezTo>
                  <a:pt x="12190309" y="164970"/>
                  <a:pt x="12190257" y="313843"/>
                  <a:pt x="12190204" y="478813"/>
                </a:cubicBezTo>
                <a:lnTo>
                  <a:pt x="0" y="47559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8" name="Textplatzhalter 3">
            <a:extLst>
              <a:ext uri="{FF2B5EF4-FFF2-40B4-BE49-F238E27FC236}">
                <a16:creationId xmlns:a16="http://schemas.microsoft.com/office/drawing/2014/main" id="{3545AB9A-F186-4699-94B0-FC0674BFC92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5939" y="2243510"/>
            <a:ext cx="9420222" cy="13465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bg1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100 characters</a:t>
            </a:r>
          </a:p>
        </p:txBody>
      </p:sp>
      <p:cxnSp>
        <p:nvCxnSpPr>
          <p:cNvPr id="55" name="Gerade Verbindung 6">
            <a:extLst>
              <a:ext uri="{FF2B5EF4-FFF2-40B4-BE49-F238E27FC236}">
                <a16:creationId xmlns:a16="http://schemas.microsoft.com/office/drawing/2014/main" id="{01D879D4-E807-45F0-A7C4-5BA0B34D2C3C}"/>
              </a:ext>
            </a:extLst>
          </p:cNvPr>
          <p:cNvCxnSpPr>
            <a:cxnSpLocks/>
          </p:cNvCxnSpPr>
          <p:nvPr userDrawn="1"/>
        </p:nvCxnSpPr>
        <p:spPr>
          <a:xfrm flipH="1">
            <a:off x="515938" y="3251572"/>
            <a:ext cx="720000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uppierung 37">
            <a:extLst>
              <a:ext uri="{FF2B5EF4-FFF2-40B4-BE49-F238E27FC236}">
                <a16:creationId xmlns:a16="http://schemas.microsoft.com/office/drawing/2014/main" id="{341FE4B8-8584-4D0A-A1E7-7F594822B58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15936" y="3661517"/>
            <a:ext cx="438820" cy="438820"/>
            <a:chOff x="517458" y="4201169"/>
            <a:chExt cx="576064" cy="576064"/>
          </a:xfrm>
        </p:grpSpPr>
        <p:cxnSp>
          <p:nvCxnSpPr>
            <p:cNvPr id="38" name="Gerade Verbindung 38">
              <a:extLst>
                <a:ext uri="{FF2B5EF4-FFF2-40B4-BE49-F238E27FC236}">
                  <a16:creationId xmlns:a16="http://schemas.microsoft.com/office/drawing/2014/main" id="{A4A31CEA-99BC-4F9B-9E75-AB5F5A4FBA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5490" y="4201169"/>
              <a:ext cx="0" cy="57606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 Verbindung 39">
              <a:extLst>
                <a:ext uri="{FF2B5EF4-FFF2-40B4-BE49-F238E27FC236}">
                  <a16:creationId xmlns:a16="http://schemas.microsoft.com/office/drawing/2014/main" id="{5D0E132B-F829-48D6-B4BA-B2F94A274665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05490" y="4201169"/>
              <a:ext cx="0" cy="57606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Content Placeholder 4">
            <a:extLst>
              <a:ext uri="{FF2B5EF4-FFF2-40B4-BE49-F238E27FC236}">
                <a16:creationId xmlns:a16="http://schemas.microsoft.com/office/drawing/2014/main" id="{9F988DE9-192E-4819-B06E-066646E52A32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1037613" y="4131829"/>
            <a:ext cx="2962885" cy="2068946"/>
          </a:xfrm>
        </p:spPr>
        <p:txBody>
          <a:bodyPr tIns="18288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2" name="Textplatzhalter 4">
            <a:extLst>
              <a:ext uri="{FF2B5EF4-FFF2-40B4-BE49-F238E27FC236}">
                <a16:creationId xmlns:a16="http://schemas.microsoft.com/office/drawing/2014/main" id="{B2A1D3F3-13D4-4F97-970B-E704AD8BE86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37615" y="3609542"/>
            <a:ext cx="2962884" cy="522287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b="1" i="0" cap="all" spc="100" baseline="0">
                <a:solidFill>
                  <a:schemeClr val="bg1"/>
                </a:solidFill>
                <a:latin typeface="+mj-lt"/>
                <a:ea typeface="Roboto" charset="0"/>
                <a:cs typeface="Roboto" charset="0"/>
              </a:defRPr>
            </a:lvl1pPr>
            <a:lvl2pPr marL="288000" indent="0">
              <a:buNone/>
              <a:defRPr b="0" i="0">
                <a:solidFill>
                  <a:schemeClr val="accent2"/>
                </a:solidFill>
                <a:latin typeface="Roboto Medium" charset="0"/>
                <a:ea typeface="Roboto Medium" charset="0"/>
                <a:cs typeface="Roboto Medium" charset="0"/>
              </a:defRPr>
            </a:lvl2pPr>
            <a:lvl3pPr marL="576000" indent="0">
              <a:buNone/>
              <a:defRPr b="0" i="0">
                <a:solidFill>
                  <a:schemeClr val="accent2"/>
                </a:solidFill>
                <a:latin typeface="Roboto Medium" charset="0"/>
                <a:ea typeface="Roboto Medium" charset="0"/>
                <a:cs typeface="Roboto Medium" charset="0"/>
              </a:defRPr>
            </a:lvl3pPr>
            <a:lvl4pPr marL="864000" indent="0">
              <a:buNone/>
              <a:defRPr b="0" i="0">
                <a:solidFill>
                  <a:schemeClr val="accent2"/>
                </a:solidFill>
                <a:latin typeface="Roboto Medium" charset="0"/>
                <a:ea typeface="Roboto Medium" charset="0"/>
                <a:cs typeface="Roboto Medium" charset="0"/>
              </a:defRPr>
            </a:lvl4pPr>
            <a:lvl5pPr marL="1152000" indent="0">
              <a:buNone/>
              <a:defRPr b="0" i="0">
                <a:solidFill>
                  <a:schemeClr val="accent2"/>
                </a:solidFill>
                <a:latin typeface="Roboto Medium" charset="0"/>
                <a:ea typeface="Roboto Medium" charset="0"/>
                <a:cs typeface="Roboto Medium" charset="0"/>
              </a:defRPr>
            </a:lvl5pPr>
          </a:lstStyle>
          <a:p>
            <a:pPr lvl="0"/>
            <a:r>
              <a:rPr lang="en-US" noProof="0" dirty="0"/>
              <a:t>Click</a:t>
            </a:r>
            <a:r>
              <a:rPr lang="en-US" dirty="0"/>
              <a:t> to edit Master text 40 characters </a:t>
            </a:r>
          </a:p>
        </p:txBody>
      </p:sp>
      <p:grpSp>
        <p:nvGrpSpPr>
          <p:cNvPr id="43" name="Gruppierung 37">
            <a:extLst>
              <a:ext uri="{FF2B5EF4-FFF2-40B4-BE49-F238E27FC236}">
                <a16:creationId xmlns:a16="http://schemas.microsoft.com/office/drawing/2014/main" id="{1C10DA41-6375-45D0-BBCD-18E1CDE1E32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346505" y="3661517"/>
            <a:ext cx="438820" cy="438820"/>
            <a:chOff x="517458" y="4201169"/>
            <a:chExt cx="576064" cy="576064"/>
          </a:xfrm>
        </p:grpSpPr>
        <p:cxnSp>
          <p:nvCxnSpPr>
            <p:cNvPr id="44" name="Gerade Verbindung 38">
              <a:extLst>
                <a:ext uri="{FF2B5EF4-FFF2-40B4-BE49-F238E27FC236}">
                  <a16:creationId xmlns:a16="http://schemas.microsoft.com/office/drawing/2014/main" id="{F4B747E4-8973-46A2-B6C6-DA178A23E7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5490" y="4201169"/>
              <a:ext cx="0" cy="57606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 Verbindung 39">
              <a:extLst>
                <a:ext uri="{FF2B5EF4-FFF2-40B4-BE49-F238E27FC236}">
                  <a16:creationId xmlns:a16="http://schemas.microsoft.com/office/drawing/2014/main" id="{15C28522-9944-4EB2-A9A0-5576E4402D4F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05490" y="4201169"/>
              <a:ext cx="0" cy="57606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Content Placeholder 4">
            <a:extLst>
              <a:ext uri="{FF2B5EF4-FFF2-40B4-BE49-F238E27FC236}">
                <a16:creationId xmlns:a16="http://schemas.microsoft.com/office/drawing/2014/main" id="{EBC98EB4-448F-41DF-9338-DF44FD454E0D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868182" y="4131829"/>
            <a:ext cx="2962885" cy="2068946"/>
          </a:xfrm>
        </p:spPr>
        <p:txBody>
          <a:bodyPr tIns="18288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7" name="Textplatzhalter 4">
            <a:extLst>
              <a:ext uri="{FF2B5EF4-FFF2-40B4-BE49-F238E27FC236}">
                <a16:creationId xmlns:a16="http://schemas.microsoft.com/office/drawing/2014/main" id="{1D7B2627-E1D1-4422-A2B3-0035B76AD00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868184" y="3609542"/>
            <a:ext cx="2962884" cy="522287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b="1" i="0" cap="all" spc="100" baseline="0">
                <a:solidFill>
                  <a:schemeClr val="bg1"/>
                </a:solidFill>
                <a:latin typeface="+mj-lt"/>
                <a:ea typeface="Roboto" charset="0"/>
                <a:cs typeface="Roboto" charset="0"/>
              </a:defRPr>
            </a:lvl1pPr>
            <a:lvl2pPr marL="288000" indent="0">
              <a:buNone/>
              <a:defRPr b="0" i="0">
                <a:solidFill>
                  <a:schemeClr val="accent2"/>
                </a:solidFill>
                <a:latin typeface="Roboto Medium" charset="0"/>
                <a:ea typeface="Roboto Medium" charset="0"/>
                <a:cs typeface="Roboto Medium" charset="0"/>
              </a:defRPr>
            </a:lvl2pPr>
            <a:lvl3pPr marL="576000" indent="0">
              <a:buNone/>
              <a:defRPr b="0" i="0">
                <a:solidFill>
                  <a:schemeClr val="accent2"/>
                </a:solidFill>
                <a:latin typeface="Roboto Medium" charset="0"/>
                <a:ea typeface="Roboto Medium" charset="0"/>
                <a:cs typeface="Roboto Medium" charset="0"/>
              </a:defRPr>
            </a:lvl3pPr>
            <a:lvl4pPr marL="864000" indent="0">
              <a:buNone/>
              <a:defRPr b="0" i="0">
                <a:solidFill>
                  <a:schemeClr val="accent2"/>
                </a:solidFill>
                <a:latin typeface="Roboto Medium" charset="0"/>
                <a:ea typeface="Roboto Medium" charset="0"/>
                <a:cs typeface="Roboto Medium" charset="0"/>
              </a:defRPr>
            </a:lvl4pPr>
            <a:lvl5pPr marL="1152000" indent="0">
              <a:buNone/>
              <a:defRPr b="0" i="0">
                <a:solidFill>
                  <a:schemeClr val="accent2"/>
                </a:solidFill>
                <a:latin typeface="Roboto Medium" charset="0"/>
                <a:ea typeface="Roboto Medium" charset="0"/>
                <a:cs typeface="Roboto Medium" charset="0"/>
              </a:defRPr>
            </a:lvl5pPr>
          </a:lstStyle>
          <a:p>
            <a:pPr lvl="0"/>
            <a:r>
              <a:rPr lang="en-US" noProof="0" dirty="0"/>
              <a:t>Click</a:t>
            </a:r>
            <a:r>
              <a:rPr lang="en-US" dirty="0"/>
              <a:t> to edit Master text 40 characters </a:t>
            </a:r>
          </a:p>
        </p:txBody>
      </p:sp>
      <p:grpSp>
        <p:nvGrpSpPr>
          <p:cNvPr id="49" name="Gruppierung 37">
            <a:extLst>
              <a:ext uri="{FF2B5EF4-FFF2-40B4-BE49-F238E27FC236}">
                <a16:creationId xmlns:a16="http://schemas.microsoft.com/office/drawing/2014/main" id="{825E945F-A756-402D-8877-D47F2B1AB9B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191501" y="3661517"/>
            <a:ext cx="438820" cy="438820"/>
            <a:chOff x="517458" y="4201169"/>
            <a:chExt cx="576064" cy="576064"/>
          </a:xfrm>
        </p:grpSpPr>
        <p:cxnSp>
          <p:nvCxnSpPr>
            <p:cNvPr id="50" name="Gerade Verbindung 38">
              <a:extLst>
                <a:ext uri="{FF2B5EF4-FFF2-40B4-BE49-F238E27FC236}">
                  <a16:creationId xmlns:a16="http://schemas.microsoft.com/office/drawing/2014/main" id="{41FC26F7-560E-4006-8EA5-97254885F9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5490" y="4201169"/>
              <a:ext cx="0" cy="57606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 Verbindung 39">
              <a:extLst>
                <a:ext uri="{FF2B5EF4-FFF2-40B4-BE49-F238E27FC236}">
                  <a16:creationId xmlns:a16="http://schemas.microsoft.com/office/drawing/2014/main" id="{0F054E1F-4786-4CC8-ABC5-BDB2D90D4AA6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05490" y="4201169"/>
              <a:ext cx="0" cy="57606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Content Placeholder 4">
            <a:extLst>
              <a:ext uri="{FF2B5EF4-FFF2-40B4-BE49-F238E27FC236}">
                <a16:creationId xmlns:a16="http://schemas.microsoft.com/office/drawing/2014/main" id="{3F0B5A58-FE9A-4C61-8120-14ACC47FC5C5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8713178" y="4131829"/>
            <a:ext cx="2962885" cy="2068946"/>
          </a:xfrm>
        </p:spPr>
        <p:txBody>
          <a:bodyPr tIns="18288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3" name="Textplatzhalter 4">
            <a:extLst>
              <a:ext uri="{FF2B5EF4-FFF2-40B4-BE49-F238E27FC236}">
                <a16:creationId xmlns:a16="http://schemas.microsoft.com/office/drawing/2014/main" id="{748B971A-75A4-47F7-8556-EAD7FA7BC4E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713180" y="3609542"/>
            <a:ext cx="2962884" cy="522287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b="1" i="0" cap="all" spc="100" baseline="0">
                <a:solidFill>
                  <a:schemeClr val="bg1"/>
                </a:solidFill>
                <a:latin typeface="+mj-lt"/>
                <a:ea typeface="Roboto" charset="0"/>
                <a:cs typeface="Roboto" charset="0"/>
              </a:defRPr>
            </a:lvl1pPr>
            <a:lvl2pPr marL="288000" indent="0">
              <a:buNone/>
              <a:defRPr b="0" i="0">
                <a:solidFill>
                  <a:schemeClr val="accent2"/>
                </a:solidFill>
                <a:latin typeface="Roboto Medium" charset="0"/>
                <a:ea typeface="Roboto Medium" charset="0"/>
                <a:cs typeface="Roboto Medium" charset="0"/>
              </a:defRPr>
            </a:lvl2pPr>
            <a:lvl3pPr marL="576000" indent="0">
              <a:buNone/>
              <a:defRPr b="0" i="0">
                <a:solidFill>
                  <a:schemeClr val="accent2"/>
                </a:solidFill>
                <a:latin typeface="Roboto Medium" charset="0"/>
                <a:ea typeface="Roboto Medium" charset="0"/>
                <a:cs typeface="Roboto Medium" charset="0"/>
              </a:defRPr>
            </a:lvl3pPr>
            <a:lvl4pPr marL="864000" indent="0">
              <a:buNone/>
              <a:defRPr b="0" i="0">
                <a:solidFill>
                  <a:schemeClr val="accent2"/>
                </a:solidFill>
                <a:latin typeface="Roboto Medium" charset="0"/>
                <a:ea typeface="Roboto Medium" charset="0"/>
                <a:cs typeface="Roboto Medium" charset="0"/>
              </a:defRPr>
            </a:lvl4pPr>
            <a:lvl5pPr marL="1152000" indent="0">
              <a:buNone/>
              <a:defRPr b="0" i="0">
                <a:solidFill>
                  <a:schemeClr val="accent2"/>
                </a:solidFill>
                <a:latin typeface="Roboto Medium" charset="0"/>
                <a:ea typeface="Roboto Medium" charset="0"/>
                <a:cs typeface="Roboto Medium" charset="0"/>
              </a:defRPr>
            </a:lvl5pPr>
          </a:lstStyle>
          <a:p>
            <a:pPr lvl="0"/>
            <a:r>
              <a:rPr lang="en-US" noProof="0" dirty="0"/>
              <a:t>Click</a:t>
            </a:r>
            <a:r>
              <a:rPr lang="en-US" dirty="0"/>
              <a:t> to edit Master text 40 characters 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DD1DAF32-4FB1-4406-B55D-D06A52ABAC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733407" y="301339"/>
            <a:ext cx="941923" cy="5029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rapez 1">
            <a:extLst>
              <a:ext uri="{FF2B5EF4-FFF2-40B4-BE49-F238E27FC236}">
                <a16:creationId xmlns:a16="http://schemas.microsoft.com/office/drawing/2014/main" id="{E26247D5-7FB8-3249-9F5E-7D09FAEF23E9}"/>
              </a:ext>
            </a:extLst>
          </p:cNvPr>
          <p:cNvSpPr/>
          <p:nvPr userDrawn="1"/>
        </p:nvSpPr>
        <p:spPr>
          <a:xfrm>
            <a:off x="0" y="6382800"/>
            <a:ext cx="12192000" cy="478813"/>
          </a:xfrm>
          <a:custGeom>
            <a:avLst/>
            <a:gdLst>
              <a:gd name="connsiteX0" fmla="*/ 0 w 12192000"/>
              <a:gd name="connsiteY0" fmla="*/ 512762 h 512762"/>
              <a:gd name="connsiteX1" fmla="*/ 128191 w 12192000"/>
              <a:gd name="connsiteY1" fmla="*/ 0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2000"/>
              <a:gd name="connsiteY0" fmla="*/ 512762 h 512762"/>
              <a:gd name="connsiteX1" fmla="*/ 3201 w 12192000"/>
              <a:gd name="connsiteY1" fmla="*/ 256559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5378"/>
              <a:gd name="connsiteY0" fmla="*/ 512762 h 512762"/>
              <a:gd name="connsiteX1" fmla="*/ 3201 w 12195378"/>
              <a:gd name="connsiteY1" fmla="*/ 256559 h 512762"/>
              <a:gd name="connsiteX2" fmla="*/ 12195378 w 12195378"/>
              <a:gd name="connsiteY2" fmla="*/ 0 h 512762"/>
              <a:gd name="connsiteX3" fmla="*/ 12192000 w 12195378"/>
              <a:gd name="connsiteY3" fmla="*/ 512762 h 512762"/>
              <a:gd name="connsiteX4" fmla="*/ 0 w 12195378"/>
              <a:gd name="connsiteY4" fmla="*/ 512762 h 512762"/>
              <a:gd name="connsiteX0" fmla="*/ 0 w 12208020"/>
              <a:gd name="connsiteY0" fmla="*/ 479051 h 479051"/>
              <a:gd name="connsiteX1" fmla="*/ 3201 w 12208020"/>
              <a:gd name="connsiteY1" fmla="*/ 222848 h 479051"/>
              <a:gd name="connsiteX2" fmla="*/ 12208020 w 12208020"/>
              <a:gd name="connsiteY2" fmla="*/ 0 h 479051"/>
              <a:gd name="connsiteX3" fmla="*/ 12192000 w 12208020"/>
              <a:gd name="connsiteY3" fmla="*/ 479051 h 479051"/>
              <a:gd name="connsiteX4" fmla="*/ 0 w 12208020"/>
              <a:gd name="connsiteY4" fmla="*/ 479051 h 479051"/>
              <a:gd name="connsiteX0" fmla="*/ 0 w 12195378"/>
              <a:gd name="connsiteY0" fmla="*/ 491692 h 491692"/>
              <a:gd name="connsiteX1" fmla="*/ 3201 w 12195378"/>
              <a:gd name="connsiteY1" fmla="*/ 235489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7415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3201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5227 w 12192177"/>
              <a:gd name="connsiteY0" fmla="*/ 491692 h 491692"/>
              <a:gd name="connsiteX1" fmla="*/ 0 w 12192177"/>
              <a:gd name="connsiteY1" fmla="*/ 205993 h 491692"/>
              <a:gd name="connsiteX2" fmla="*/ 12192177 w 12192177"/>
              <a:gd name="connsiteY2" fmla="*/ 0 h 491692"/>
              <a:gd name="connsiteX3" fmla="*/ 12188799 w 12192177"/>
              <a:gd name="connsiteY3" fmla="*/ 491692 h 491692"/>
              <a:gd name="connsiteX4" fmla="*/ 5227 w 12192177"/>
              <a:gd name="connsiteY4" fmla="*/ 491692 h 491692"/>
              <a:gd name="connsiteX0" fmla="*/ 5227 w 12192177"/>
              <a:gd name="connsiteY0" fmla="*/ 491692 h 494911"/>
              <a:gd name="connsiteX1" fmla="*/ 0 w 12192177"/>
              <a:gd name="connsiteY1" fmla="*/ 205993 h 494911"/>
              <a:gd name="connsiteX2" fmla="*/ 12192177 w 12192177"/>
              <a:gd name="connsiteY2" fmla="*/ 0 h 494911"/>
              <a:gd name="connsiteX3" fmla="*/ 12192019 w 12192177"/>
              <a:gd name="connsiteY3" fmla="*/ 494911 h 494911"/>
              <a:gd name="connsiteX4" fmla="*/ 5227 w 12192177"/>
              <a:gd name="connsiteY4" fmla="*/ 491692 h 494911"/>
              <a:gd name="connsiteX0" fmla="*/ 5227 w 12192177"/>
              <a:gd name="connsiteY0" fmla="*/ 475594 h 478813"/>
              <a:gd name="connsiteX1" fmla="*/ 0 w 12192177"/>
              <a:gd name="connsiteY1" fmla="*/ 189895 h 478813"/>
              <a:gd name="connsiteX2" fmla="*/ 12192177 w 12192177"/>
              <a:gd name="connsiteY2" fmla="*/ 0 h 478813"/>
              <a:gd name="connsiteX3" fmla="*/ 12192019 w 12192177"/>
              <a:gd name="connsiteY3" fmla="*/ 478813 h 478813"/>
              <a:gd name="connsiteX4" fmla="*/ 5227 w 12192177"/>
              <a:gd name="connsiteY4" fmla="*/ 475594 h 478813"/>
              <a:gd name="connsiteX0" fmla="*/ 22287 w 12209237"/>
              <a:gd name="connsiteY0" fmla="*/ 475594 h 478813"/>
              <a:gd name="connsiteX1" fmla="*/ 0 w 12209237"/>
              <a:gd name="connsiteY1" fmla="*/ 220603 h 478813"/>
              <a:gd name="connsiteX2" fmla="*/ 12209237 w 12209237"/>
              <a:gd name="connsiteY2" fmla="*/ 0 h 478813"/>
              <a:gd name="connsiteX3" fmla="*/ 12209079 w 12209237"/>
              <a:gd name="connsiteY3" fmla="*/ 478813 h 478813"/>
              <a:gd name="connsiteX4" fmla="*/ 22287 w 12209237"/>
              <a:gd name="connsiteY4" fmla="*/ 475594 h 478813"/>
              <a:gd name="connsiteX0" fmla="*/ 1815 w 12188765"/>
              <a:gd name="connsiteY0" fmla="*/ 475594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1815 w 12188765"/>
              <a:gd name="connsiteY4" fmla="*/ 475594 h 478813"/>
              <a:gd name="connsiteX0" fmla="*/ 369 w 12190731"/>
              <a:gd name="connsiteY0" fmla="*/ 479006 h 479006"/>
              <a:gd name="connsiteX1" fmla="*/ 1966 w 12190731"/>
              <a:gd name="connsiteY1" fmla="*/ 183072 h 479006"/>
              <a:gd name="connsiteX2" fmla="*/ 12190731 w 12190731"/>
              <a:gd name="connsiteY2" fmla="*/ 0 h 479006"/>
              <a:gd name="connsiteX3" fmla="*/ 12190573 w 12190731"/>
              <a:gd name="connsiteY3" fmla="*/ 478813 h 479006"/>
              <a:gd name="connsiteX4" fmla="*/ 369 w 12190731"/>
              <a:gd name="connsiteY4" fmla="*/ 479006 h 479006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0 w 12190362"/>
              <a:gd name="connsiteY0" fmla="*/ 475594 h 478813"/>
              <a:gd name="connsiteX1" fmla="*/ 1597 w 12190362"/>
              <a:gd name="connsiteY1" fmla="*/ 183072 h 478813"/>
              <a:gd name="connsiteX2" fmla="*/ 12190362 w 12190362"/>
              <a:gd name="connsiteY2" fmla="*/ 0 h 478813"/>
              <a:gd name="connsiteX3" fmla="*/ 12190204 w 12190362"/>
              <a:gd name="connsiteY3" fmla="*/ 478813 h 478813"/>
              <a:gd name="connsiteX4" fmla="*/ 0 w 12190362"/>
              <a:gd name="connsiteY4" fmla="*/ 475594 h 478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0362" h="478813">
                <a:moveTo>
                  <a:pt x="0" y="475594"/>
                </a:moveTo>
                <a:cubicBezTo>
                  <a:pt x="1670" y="482720"/>
                  <a:pt x="3339" y="278305"/>
                  <a:pt x="1597" y="183072"/>
                </a:cubicBezTo>
                <a:lnTo>
                  <a:pt x="12190362" y="0"/>
                </a:lnTo>
                <a:cubicBezTo>
                  <a:pt x="12190309" y="164970"/>
                  <a:pt x="12190257" y="313843"/>
                  <a:pt x="12190204" y="478813"/>
                </a:cubicBezTo>
                <a:lnTo>
                  <a:pt x="0" y="47559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2" name="Textfeld 28">
            <a:extLst>
              <a:ext uri="{FF2B5EF4-FFF2-40B4-BE49-F238E27FC236}">
                <a16:creationId xmlns:a16="http://schemas.microsoft.com/office/drawing/2014/main" id="{14B60836-9087-4AD6-9086-550A4A54CF90}"/>
              </a:ext>
            </a:extLst>
          </p:cNvPr>
          <p:cNvSpPr txBox="1"/>
          <p:nvPr userDrawn="1"/>
        </p:nvSpPr>
        <p:spPr>
          <a:xfrm>
            <a:off x="515939" y="6611938"/>
            <a:ext cx="3484562" cy="1280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noProof="0" dirty="0">
                <a:solidFill>
                  <a:schemeClr val="accent3"/>
                </a:solidFill>
                <a:latin typeface="+mj-lt"/>
                <a:ea typeface="Roboto" panose="02000000000000000000" pitchFamily="2" charset="0"/>
              </a:rPr>
              <a:t>© 2026 Bruker</a:t>
            </a:r>
          </a:p>
        </p:txBody>
      </p:sp>
      <p:sp>
        <p:nvSpPr>
          <p:cNvPr id="18" name="Textplatzhalter 3">
            <a:extLst>
              <a:ext uri="{FF2B5EF4-FFF2-40B4-BE49-F238E27FC236}">
                <a16:creationId xmlns:a16="http://schemas.microsoft.com/office/drawing/2014/main" id="{CD0720ED-B30A-489C-868F-1E3770C64D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9" y="296863"/>
            <a:ext cx="9420224" cy="13465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accent2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100 characters</a:t>
            </a:r>
          </a:p>
        </p:txBody>
      </p:sp>
      <p:sp>
        <p:nvSpPr>
          <p:cNvPr id="20" name="Titelplatzhalter 1">
            <a:extLst>
              <a:ext uri="{FF2B5EF4-FFF2-40B4-BE49-F238E27FC236}">
                <a16:creationId xmlns:a16="http://schemas.microsoft.com/office/drawing/2014/main" id="{3E75399A-3469-48C5-8D5D-7958975332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05635"/>
            <a:ext cx="9420225" cy="664797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Click to edit Speaker title with a maximum of </a:t>
            </a:r>
            <a:br>
              <a:rPr lang="en-US" noProof="0" dirty="0"/>
            </a:br>
            <a:r>
              <a:rPr lang="en-US" noProof="0" dirty="0"/>
              <a:t>approx. 120 characters in maximum two lines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E5C0D93-75D2-470E-BEAC-980E29256F9E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15939" y="2110121"/>
            <a:ext cx="1655063" cy="1656437"/>
          </a:xfrm>
          <a:prstGeom prst="ellipse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i="1"/>
            </a:lvl1pPr>
          </a:lstStyle>
          <a:p>
            <a:r>
              <a:rPr lang="de-DE" dirty="0"/>
              <a:t>Click </a:t>
            </a:r>
            <a:r>
              <a:rPr lang="de-DE" dirty="0" err="1"/>
              <a:t>icon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photo</a:t>
            </a:r>
            <a:endParaRPr lang="en-US" dirty="0"/>
          </a:p>
        </p:txBody>
      </p:sp>
      <p:sp>
        <p:nvSpPr>
          <p:cNvPr id="32" name="Datumsplatzhalter 3">
            <a:extLst>
              <a:ext uri="{FF2B5EF4-FFF2-40B4-BE49-F238E27FC236}">
                <a16:creationId xmlns:a16="http://schemas.microsoft.com/office/drawing/2014/main" id="{00795C72-6037-4414-A9AA-8EABFD5EE9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0579" y="6611112"/>
            <a:ext cx="979694" cy="128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DCEED1ED-2A80-4FFD-BAD1-D6F9025D1E6C}" type="datetime3">
              <a:rPr lang="en-US" smtClean="0"/>
              <a:t>5 May 2026</a:t>
            </a:fld>
            <a:endParaRPr lang="en-US" dirty="0"/>
          </a:p>
        </p:txBody>
      </p:sp>
      <p:sp>
        <p:nvSpPr>
          <p:cNvPr id="33" name="Foliennummernplatzhalter 5">
            <a:extLst>
              <a:ext uri="{FF2B5EF4-FFF2-40B4-BE49-F238E27FC236}">
                <a16:creationId xmlns:a16="http://schemas.microsoft.com/office/drawing/2014/main" id="{26C1FEE9-7E78-4B32-8D5C-41F614B327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611112"/>
            <a:ext cx="291782" cy="12801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20213A-032B-FE42-940A-86A4C9AC44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Footer Placeholder 4">
            <a:extLst>
              <a:ext uri="{FF2B5EF4-FFF2-40B4-BE49-F238E27FC236}">
                <a16:creationId xmlns:a16="http://schemas.microsoft.com/office/drawing/2014/main" id="{B0B5D3E9-39DE-48AB-BEB8-46A01F6FC0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1338" y="6611112"/>
            <a:ext cx="5925232" cy="128016"/>
          </a:xfrm>
          <a:prstGeom prst="rect">
            <a:avLst/>
          </a:prstGeom>
        </p:spPr>
        <p:txBody>
          <a:bodyPr vert="horz" lIns="0" tIns="0" rIns="4572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Innovation with Integrity</a:t>
            </a:r>
          </a:p>
        </p:txBody>
      </p:sp>
      <p:sp>
        <p:nvSpPr>
          <p:cNvPr id="35" name="Datumsplatzhalter 3">
            <a:extLst>
              <a:ext uri="{FF2B5EF4-FFF2-40B4-BE49-F238E27FC236}">
                <a16:creationId xmlns:a16="http://schemas.microsoft.com/office/drawing/2014/main" id="{59EC7D28-177E-4734-A34E-453116A47B54}"/>
              </a:ext>
            </a:extLst>
          </p:cNvPr>
          <p:cNvSpPr txBox="1">
            <a:spLocks/>
          </p:cNvSpPr>
          <p:nvPr userDrawn="1"/>
        </p:nvSpPr>
        <p:spPr>
          <a:xfrm>
            <a:off x="11320272" y="6608530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latin typeface="+mj-lt"/>
              </a:rPr>
              <a:t>|</a:t>
            </a:r>
          </a:p>
        </p:txBody>
      </p:sp>
      <p:sp>
        <p:nvSpPr>
          <p:cNvPr id="36" name="Datumsplatzhalter 3">
            <a:extLst>
              <a:ext uri="{FF2B5EF4-FFF2-40B4-BE49-F238E27FC236}">
                <a16:creationId xmlns:a16="http://schemas.microsoft.com/office/drawing/2014/main" id="{A17D453C-7BFB-402F-8F5E-D8F923A121AF}"/>
              </a:ext>
            </a:extLst>
          </p:cNvPr>
          <p:cNvSpPr txBox="1">
            <a:spLocks/>
          </p:cNvSpPr>
          <p:nvPr userDrawn="1"/>
        </p:nvSpPr>
        <p:spPr>
          <a:xfrm>
            <a:off x="10276570" y="6611112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latin typeface="+mj-lt"/>
              </a:rPr>
              <a:t>|</a:t>
            </a:r>
          </a:p>
        </p:txBody>
      </p:sp>
      <p:sp>
        <p:nvSpPr>
          <p:cNvPr id="43" name="Content Placeholder 4">
            <a:extLst>
              <a:ext uri="{FF2B5EF4-FFF2-40B4-BE49-F238E27FC236}">
                <a16:creationId xmlns:a16="http://schemas.microsoft.com/office/drawing/2014/main" id="{0C06816A-2C2A-4EE3-B111-9F24E0DBF189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043517" y="3252250"/>
            <a:ext cx="4142232" cy="2948525"/>
          </a:xfrm>
        </p:spPr>
        <p:txBody>
          <a:bodyPr tIns="182880" numCol="1" spcCol="356616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4" name="Content Placeholder 4">
            <a:extLst>
              <a:ext uri="{FF2B5EF4-FFF2-40B4-BE49-F238E27FC236}">
                <a16:creationId xmlns:a16="http://schemas.microsoft.com/office/drawing/2014/main" id="{4EC038A3-ABF3-4A85-898C-78E58B7C8FA0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3043517" y="2633934"/>
            <a:ext cx="8632546" cy="61567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35000"/>
              <a:buFont typeface="Roboto Light" panose="02000000000000000000" pitchFamily="2" charset="0"/>
              <a:buNone/>
              <a:tabLst/>
              <a:defRPr/>
            </a:pPr>
            <a:r>
              <a:rPr lang="en-US" dirty="0"/>
              <a:t>Click to edit Speaker subtitle with a maximum of </a:t>
            </a:r>
            <a:br>
              <a:rPr lang="en-US" dirty="0"/>
            </a:br>
            <a:r>
              <a:rPr lang="en-US" dirty="0"/>
              <a:t>approx. 140 characters in maximum two lines</a:t>
            </a: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6E27D23D-2F60-448E-9C9F-ED028A571E7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21839" y="2718930"/>
            <a:ext cx="355235" cy="438820"/>
          </a:xfrm>
          <a:prstGeom prst="rect">
            <a:avLst/>
          </a:prstGeom>
        </p:spPr>
      </p:pic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3801F0B3-DA41-4A84-ABAB-471E9240B15A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7533831" y="3252250"/>
            <a:ext cx="4142232" cy="2948525"/>
          </a:xfrm>
        </p:spPr>
        <p:txBody>
          <a:bodyPr tIns="182880" numCol="1" spcCol="356616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896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eakers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rapez 1">
            <a:extLst>
              <a:ext uri="{FF2B5EF4-FFF2-40B4-BE49-F238E27FC236}">
                <a16:creationId xmlns:a16="http://schemas.microsoft.com/office/drawing/2014/main" id="{E26247D5-7FB8-3249-9F5E-7D09FAEF23E9}"/>
              </a:ext>
            </a:extLst>
          </p:cNvPr>
          <p:cNvSpPr/>
          <p:nvPr userDrawn="1"/>
        </p:nvSpPr>
        <p:spPr>
          <a:xfrm>
            <a:off x="0" y="6382800"/>
            <a:ext cx="12192000" cy="478813"/>
          </a:xfrm>
          <a:custGeom>
            <a:avLst/>
            <a:gdLst>
              <a:gd name="connsiteX0" fmla="*/ 0 w 12192000"/>
              <a:gd name="connsiteY0" fmla="*/ 512762 h 512762"/>
              <a:gd name="connsiteX1" fmla="*/ 128191 w 12192000"/>
              <a:gd name="connsiteY1" fmla="*/ 0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2000"/>
              <a:gd name="connsiteY0" fmla="*/ 512762 h 512762"/>
              <a:gd name="connsiteX1" fmla="*/ 3201 w 12192000"/>
              <a:gd name="connsiteY1" fmla="*/ 256559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5378"/>
              <a:gd name="connsiteY0" fmla="*/ 512762 h 512762"/>
              <a:gd name="connsiteX1" fmla="*/ 3201 w 12195378"/>
              <a:gd name="connsiteY1" fmla="*/ 256559 h 512762"/>
              <a:gd name="connsiteX2" fmla="*/ 12195378 w 12195378"/>
              <a:gd name="connsiteY2" fmla="*/ 0 h 512762"/>
              <a:gd name="connsiteX3" fmla="*/ 12192000 w 12195378"/>
              <a:gd name="connsiteY3" fmla="*/ 512762 h 512762"/>
              <a:gd name="connsiteX4" fmla="*/ 0 w 12195378"/>
              <a:gd name="connsiteY4" fmla="*/ 512762 h 512762"/>
              <a:gd name="connsiteX0" fmla="*/ 0 w 12208020"/>
              <a:gd name="connsiteY0" fmla="*/ 479051 h 479051"/>
              <a:gd name="connsiteX1" fmla="*/ 3201 w 12208020"/>
              <a:gd name="connsiteY1" fmla="*/ 222848 h 479051"/>
              <a:gd name="connsiteX2" fmla="*/ 12208020 w 12208020"/>
              <a:gd name="connsiteY2" fmla="*/ 0 h 479051"/>
              <a:gd name="connsiteX3" fmla="*/ 12192000 w 12208020"/>
              <a:gd name="connsiteY3" fmla="*/ 479051 h 479051"/>
              <a:gd name="connsiteX4" fmla="*/ 0 w 12208020"/>
              <a:gd name="connsiteY4" fmla="*/ 479051 h 479051"/>
              <a:gd name="connsiteX0" fmla="*/ 0 w 12195378"/>
              <a:gd name="connsiteY0" fmla="*/ 491692 h 491692"/>
              <a:gd name="connsiteX1" fmla="*/ 3201 w 12195378"/>
              <a:gd name="connsiteY1" fmla="*/ 235489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7415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3201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5227 w 12192177"/>
              <a:gd name="connsiteY0" fmla="*/ 491692 h 491692"/>
              <a:gd name="connsiteX1" fmla="*/ 0 w 12192177"/>
              <a:gd name="connsiteY1" fmla="*/ 205993 h 491692"/>
              <a:gd name="connsiteX2" fmla="*/ 12192177 w 12192177"/>
              <a:gd name="connsiteY2" fmla="*/ 0 h 491692"/>
              <a:gd name="connsiteX3" fmla="*/ 12188799 w 12192177"/>
              <a:gd name="connsiteY3" fmla="*/ 491692 h 491692"/>
              <a:gd name="connsiteX4" fmla="*/ 5227 w 12192177"/>
              <a:gd name="connsiteY4" fmla="*/ 491692 h 491692"/>
              <a:gd name="connsiteX0" fmla="*/ 5227 w 12192177"/>
              <a:gd name="connsiteY0" fmla="*/ 491692 h 494911"/>
              <a:gd name="connsiteX1" fmla="*/ 0 w 12192177"/>
              <a:gd name="connsiteY1" fmla="*/ 205993 h 494911"/>
              <a:gd name="connsiteX2" fmla="*/ 12192177 w 12192177"/>
              <a:gd name="connsiteY2" fmla="*/ 0 h 494911"/>
              <a:gd name="connsiteX3" fmla="*/ 12192019 w 12192177"/>
              <a:gd name="connsiteY3" fmla="*/ 494911 h 494911"/>
              <a:gd name="connsiteX4" fmla="*/ 5227 w 12192177"/>
              <a:gd name="connsiteY4" fmla="*/ 491692 h 494911"/>
              <a:gd name="connsiteX0" fmla="*/ 5227 w 12192177"/>
              <a:gd name="connsiteY0" fmla="*/ 475594 h 478813"/>
              <a:gd name="connsiteX1" fmla="*/ 0 w 12192177"/>
              <a:gd name="connsiteY1" fmla="*/ 189895 h 478813"/>
              <a:gd name="connsiteX2" fmla="*/ 12192177 w 12192177"/>
              <a:gd name="connsiteY2" fmla="*/ 0 h 478813"/>
              <a:gd name="connsiteX3" fmla="*/ 12192019 w 12192177"/>
              <a:gd name="connsiteY3" fmla="*/ 478813 h 478813"/>
              <a:gd name="connsiteX4" fmla="*/ 5227 w 12192177"/>
              <a:gd name="connsiteY4" fmla="*/ 475594 h 478813"/>
              <a:gd name="connsiteX0" fmla="*/ 22287 w 12209237"/>
              <a:gd name="connsiteY0" fmla="*/ 475594 h 478813"/>
              <a:gd name="connsiteX1" fmla="*/ 0 w 12209237"/>
              <a:gd name="connsiteY1" fmla="*/ 220603 h 478813"/>
              <a:gd name="connsiteX2" fmla="*/ 12209237 w 12209237"/>
              <a:gd name="connsiteY2" fmla="*/ 0 h 478813"/>
              <a:gd name="connsiteX3" fmla="*/ 12209079 w 12209237"/>
              <a:gd name="connsiteY3" fmla="*/ 478813 h 478813"/>
              <a:gd name="connsiteX4" fmla="*/ 22287 w 12209237"/>
              <a:gd name="connsiteY4" fmla="*/ 475594 h 478813"/>
              <a:gd name="connsiteX0" fmla="*/ 1815 w 12188765"/>
              <a:gd name="connsiteY0" fmla="*/ 475594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1815 w 12188765"/>
              <a:gd name="connsiteY4" fmla="*/ 475594 h 478813"/>
              <a:gd name="connsiteX0" fmla="*/ 369 w 12190731"/>
              <a:gd name="connsiteY0" fmla="*/ 479006 h 479006"/>
              <a:gd name="connsiteX1" fmla="*/ 1966 w 12190731"/>
              <a:gd name="connsiteY1" fmla="*/ 183072 h 479006"/>
              <a:gd name="connsiteX2" fmla="*/ 12190731 w 12190731"/>
              <a:gd name="connsiteY2" fmla="*/ 0 h 479006"/>
              <a:gd name="connsiteX3" fmla="*/ 12190573 w 12190731"/>
              <a:gd name="connsiteY3" fmla="*/ 478813 h 479006"/>
              <a:gd name="connsiteX4" fmla="*/ 369 w 12190731"/>
              <a:gd name="connsiteY4" fmla="*/ 479006 h 479006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0 w 12190362"/>
              <a:gd name="connsiteY0" fmla="*/ 475594 h 478813"/>
              <a:gd name="connsiteX1" fmla="*/ 1597 w 12190362"/>
              <a:gd name="connsiteY1" fmla="*/ 183072 h 478813"/>
              <a:gd name="connsiteX2" fmla="*/ 12190362 w 12190362"/>
              <a:gd name="connsiteY2" fmla="*/ 0 h 478813"/>
              <a:gd name="connsiteX3" fmla="*/ 12190204 w 12190362"/>
              <a:gd name="connsiteY3" fmla="*/ 478813 h 478813"/>
              <a:gd name="connsiteX4" fmla="*/ 0 w 12190362"/>
              <a:gd name="connsiteY4" fmla="*/ 475594 h 478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0362" h="478813">
                <a:moveTo>
                  <a:pt x="0" y="475594"/>
                </a:moveTo>
                <a:cubicBezTo>
                  <a:pt x="1670" y="482720"/>
                  <a:pt x="3339" y="278305"/>
                  <a:pt x="1597" y="183072"/>
                </a:cubicBezTo>
                <a:lnTo>
                  <a:pt x="12190362" y="0"/>
                </a:lnTo>
                <a:cubicBezTo>
                  <a:pt x="12190309" y="164970"/>
                  <a:pt x="12190257" y="313843"/>
                  <a:pt x="12190204" y="478813"/>
                </a:cubicBezTo>
                <a:lnTo>
                  <a:pt x="0" y="47559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2" name="Textfeld 28">
            <a:extLst>
              <a:ext uri="{FF2B5EF4-FFF2-40B4-BE49-F238E27FC236}">
                <a16:creationId xmlns:a16="http://schemas.microsoft.com/office/drawing/2014/main" id="{14B60836-9087-4AD6-9086-550A4A54CF90}"/>
              </a:ext>
            </a:extLst>
          </p:cNvPr>
          <p:cNvSpPr txBox="1"/>
          <p:nvPr userDrawn="1"/>
        </p:nvSpPr>
        <p:spPr>
          <a:xfrm>
            <a:off x="515939" y="6611938"/>
            <a:ext cx="3484562" cy="1280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noProof="0" dirty="0">
                <a:solidFill>
                  <a:schemeClr val="accent3"/>
                </a:solidFill>
                <a:latin typeface="+mj-lt"/>
                <a:ea typeface="Roboto" panose="02000000000000000000" pitchFamily="2" charset="0"/>
              </a:rPr>
              <a:t>© 2026 Bruker</a:t>
            </a:r>
          </a:p>
        </p:txBody>
      </p:sp>
      <p:sp>
        <p:nvSpPr>
          <p:cNvPr id="18" name="Textplatzhalter 3">
            <a:extLst>
              <a:ext uri="{FF2B5EF4-FFF2-40B4-BE49-F238E27FC236}">
                <a16:creationId xmlns:a16="http://schemas.microsoft.com/office/drawing/2014/main" id="{CD0720ED-B30A-489C-868F-1E3770C64D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9" y="296863"/>
            <a:ext cx="9420224" cy="13465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accent2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100 characters</a:t>
            </a:r>
          </a:p>
        </p:txBody>
      </p:sp>
      <p:sp>
        <p:nvSpPr>
          <p:cNvPr id="20" name="Titelplatzhalter 1">
            <a:extLst>
              <a:ext uri="{FF2B5EF4-FFF2-40B4-BE49-F238E27FC236}">
                <a16:creationId xmlns:a16="http://schemas.microsoft.com/office/drawing/2014/main" id="{3E75399A-3469-48C5-8D5D-7958975332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05635"/>
            <a:ext cx="9420225" cy="664797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Click to edit Speaker title with a maximum of </a:t>
            </a:r>
            <a:br>
              <a:rPr lang="en-US" noProof="0" dirty="0"/>
            </a:br>
            <a:r>
              <a:rPr lang="en-US" noProof="0" dirty="0"/>
              <a:t>approx. 120 characters in maximum two lines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E5C0D93-75D2-470E-BEAC-980E29256F9E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37617" y="1592263"/>
            <a:ext cx="1655063" cy="1656437"/>
          </a:xfrm>
          <a:prstGeom prst="ellipse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i="1"/>
            </a:lvl1pPr>
          </a:lstStyle>
          <a:p>
            <a:r>
              <a:rPr lang="de-DE" dirty="0"/>
              <a:t>Click </a:t>
            </a:r>
            <a:r>
              <a:rPr lang="de-DE" dirty="0" err="1"/>
              <a:t>icon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photo</a:t>
            </a:r>
            <a:endParaRPr lang="en-US" dirty="0"/>
          </a:p>
        </p:txBody>
      </p:sp>
      <p:sp>
        <p:nvSpPr>
          <p:cNvPr id="32" name="Datumsplatzhalter 3">
            <a:extLst>
              <a:ext uri="{FF2B5EF4-FFF2-40B4-BE49-F238E27FC236}">
                <a16:creationId xmlns:a16="http://schemas.microsoft.com/office/drawing/2014/main" id="{00795C72-6037-4414-A9AA-8EABFD5EE9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0579" y="6611112"/>
            <a:ext cx="979694" cy="128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632B27A5-2581-4B1A-AFFA-F57391846E25}" type="datetime3">
              <a:rPr lang="en-US" smtClean="0"/>
              <a:t>5 May 2026</a:t>
            </a:fld>
            <a:endParaRPr lang="en-US" dirty="0"/>
          </a:p>
        </p:txBody>
      </p:sp>
      <p:sp>
        <p:nvSpPr>
          <p:cNvPr id="33" name="Foliennummernplatzhalter 5">
            <a:extLst>
              <a:ext uri="{FF2B5EF4-FFF2-40B4-BE49-F238E27FC236}">
                <a16:creationId xmlns:a16="http://schemas.microsoft.com/office/drawing/2014/main" id="{26C1FEE9-7E78-4B32-8D5C-41F614B327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611112"/>
            <a:ext cx="291782" cy="12801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20213A-032B-FE42-940A-86A4C9AC44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Footer Placeholder 4">
            <a:extLst>
              <a:ext uri="{FF2B5EF4-FFF2-40B4-BE49-F238E27FC236}">
                <a16:creationId xmlns:a16="http://schemas.microsoft.com/office/drawing/2014/main" id="{B0B5D3E9-39DE-48AB-BEB8-46A01F6FC0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1338" y="6611112"/>
            <a:ext cx="5925232" cy="128016"/>
          </a:xfrm>
          <a:prstGeom prst="rect">
            <a:avLst/>
          </a:prstGeom>
        </p:spPr>
        <p:txBody>
          <a:bodyPr vert="horz" lIns="0" tIns="0" rIns="4572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Innovation with Integrity</a:t>
            </a:r>
            <a:endParaRPr lang="en-US" dirty="0"/>
          </a:p>
        </p:txBody>
      </p:sp>
      <p:sp>
        <p:nvSpPr>
          <p:cNvPr id="35" name="Datumsplatzhalter 3">
            <a:extLst>
              <a:ext uri="{FF2B5EF4-FFF2-40B4-BE49-F238E27FC236}">
                <a16:creationId xmlns:a16="http://schemas.microsoft.com/office/drawing/2014/main" id="{59EC7D28-177E-4734-A34E-453116A47B54}"/>
              </a:ext>
            </a:extLst>
          </p:cNvPr>
          <p:cNvSpPr txBox="1">
            <a:spLocks/>
          </p:cNvSpPr>
          <p:nvPr userDrawn="1"/>
        </p:nvSpPr>
        <p:spPr>
          <a:xfrm>
            <a:off x="11320272" y="6608530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latin typeface="+mj-lt"/>
              </a:rPr>
              <a:t>|</a:t>
            </a:r>
          </a:p>
        </p:txBody>
      </p:sp>
      <p:sp>
        <p:nvSpPr>
          <p:cNvPr id="36" name="Datumsplatzhalter 3">
            <a:extLst>
              <a:ext uri="{FF2B5EF4-FFF2-40B4-BE49-F238E27FC236}">
                <a16:creationId xmlns:a16="http://schemas.microsoft.com/office/drawing/2014/main" id="{A17D453C-7BFB-402F-8F5E-D8F923A121AF}"/>
              </a:ext>
            </a:extLst>
          </p:cNvPr>
          <p:cNvSpPr txBox="1">
            <a:spLocks/>
          </p:cNvSpPr>
          <p:nvPr userDrawn="1"/>
        </p:nvSpPr>
        <p:spPr>
          <a:xfrm>
            <a:off x="10276570" y="6611112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latin typeface="+mj-lt"/>
              </a:rPr>
              <a:t>|</a:t>
            </a:r>
          </a:p>
        </p:txBody>
      </p:sp>
      <p:sp>
        <p:nvSpPr>
          <p:cNvPr id="43" name="Content Placeholder 4">
            <a:extLst>
              <a:ext uri="{FF2B5EF4-FFF2-40B4-BE49-F238E27FC236}">
                <a16:creationId xmlns:a16="http://schemas.microsoft.com/office/drawing/2014/main" id="{0C06816A-2C2A-4EE3-B111-9F24E0DBF189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1037617" y="4226704"/>
            <a:ext cx="4878996" cy="1974071"/>
          </a:xfrm>
        </p:spPr>
        <p:txBody>
          <a:bodyPr tIns="182880" numCol="1" spcCol="356616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4" name="Content Placeholder 4">
            <a:extLst>
              <a:ext uri="{FF2B5EF4-FFF2-40B4-BE49-F238E27FC236}">
                <a16:creationId xmlns:a16="http://schemas.microsoft.com/office/drawing/2014/main" id="{4EC038A3-ABF3-4A85-898C-78E58B7C8FA0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1037617" y="3608388"/>
            <a:ext cx="4878996" cy="61567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35000"/>
              <a:buFont typeface="Roboto Light" panose="02000000000000000000" pitchFamily="2" charset="0"/>
              <a:buNone/>
              <a:tabLst/>
              <a:defRPr/>
            </a:pPr>
            <a:r>
              <a:rPr lang="en-US" dirty="0"/>
              <a:t>Click to edit Speaker subtitle with a maximum of approx. 75 characters</a:t>
            </a: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6E27D23D-2F60-448E-9C9F-ED028A571E7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5939" y="3693384"/>
            <a:ext cx="355235" cy="438820"/>
          </a:xfrm>
          <a:prstGeom prst="rect">
            <a:avLst/>
          </a:prstGeom>
        </p:spPr>
      </p:pic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42A3E1AD-99F5-4236-904C-0B0D0E290F12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797067" y="1593176"/>
            <a:ext cx="1655063" cy="1656437"/>
          </a:xfrm>
          <a:prstGeom prst="ellipse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i="1"/>
            </a:lvl1pPr>
          </a:lstStyle>
          <a:p>
            <a:r>
              <a:rPr lang="de-DE" dirty="0"/>
              <a:t>Click </a:t>
            </a:r>
            <a:r>
              <a:rPr lang="de-DE" dirty="0" err="1"/>
              <a:t>icon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photo</a:t>
            </a:r>
            <a:endParaRPr lang="en-US" dirty="0"/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47FBE273-80AF-4BA7-8B64-A0C36DDCC6F5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797067" y="4227617"/>
            <a:ext cx="4878996" cy="1974071"/>
          </a:xfrm>
        </p:spPr>
        <p:txBody>
          <a:bodyPr tIns="182880" numCol="1" spcCol="356616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ontent Placeholder 4">
            <a:extLst>
              <a:ext uri="{FF2B5EF4-FFF2-40B4-BE49-F238E27FC236}">
                <a16:creationId xmlns:a16="http://schemas.microsoft.com/office/drawing/2014/main" id="{AC010EE5-600C-47CC-B2F6-C413785A833B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6797067" y="3609301"/>
            <a:ext cx="4878996" cy="61567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35000"/>
              <a:buFont typeface="Roboto Light" panose="02000000000000000000" pitchFamily="2" charset="0"/>
              <a:buNone/>
              <a:tabLst/>
              <a:defRPr/>
            </a:pPr>
            <a:r>
              <a:rPr lang="en-US" dirty="0"/>
              <a:t>Click to edit Speaker subtitle with a maximum of approx. 75 characters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E4B47471-19AD-4255-9D13-280630652DA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75389" y="3694297"/>
            <a:ext cx="355235" cy="43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044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platzhalter 3">
            <a:extLst>
              <a:ext uri="{FF2B5EF4-FFF2-40B4-BE49-F238E27FC236}">
                <a16:creationId xmlns:a16="http://schemas.microsoft.com/office/drawing/2014/main" id="{9861BF8B-4157-B14F-9EDA-FB548DFEF05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9" y="296863"/>
            <a:ext cx="9420224" cy="13465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accent2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100 characters</a:t>
            </a:r>
          </a:p>
        </p:txBody>
      </p:sp>
      <p:sp>
        <p:nvSpPr>
          <p:cNvPr id="15" name="Textplatzhalter 3">
            <a:extLst>
              <a:ext uri="{FF2B5EF4-FFF2-40B4-BE49-F238E27FC236}">
                <a16:creationId xmlns:a16="http://schemas.microsoft.com/office/drawing/2014/main" id="{96523DEB-3E9A-AC42-8151-CB559BC86B3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1448" y="1550589"/>
            <a:ext cx="883204" cy="644487"/>
          </a:xfrm>
          <a:noFill/>
        </p:spPr>
        <p:txBody>
          <a:bodyPr wrap="none" lIns="0" tIns="0" rIns="0" bIns="0">
            <a:noAutofit/>
          </a:bodyPr>
          <a:lstStyle>
            <a:lvl1pPr marL="0" indent="0" fontAlgn="t">
              <a:lnSpc>
                <a:spcPts val="6000"/>
              </a:lnSpc>
              <a:spcAft>
                <a:spcPts val="0"/>
              </a:spcAft>
              <a:buNone/>
              <a:defRPr sz="6000" b="0" i="0" cap="all" spc="100" baseline="0">
                <a:solidFill>
                  <a:srgbClr val="FF9300"/>
                </a:solidFill>
                <a:latin typeface="+mn-lt"/>
                <a:ea typeface="Roboto Light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01</a:t>
            </a:r>
          </a:p>
        </p:txBody>
      </p:sp>
      <p:sp>
        <p:nvSpPr>
          <p:cNvPr id="16" name="Textplatzhalter 3">
            <a:extLst>
              <a:ext uri="{FF2B5EF4-FFF2-40B4-BE49-F238E27FC236}">
                <a16:creationId xmlns:a16="http://schemas.microsoft.com/office/drawing/2014/main" id="{89124A6F-2670-B84E-BD6D-E4E3F96D879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20329" y="1655064"/>
            <a:ext cx="4396284" cy="564257"/>
          </a:xfrm>
          <a:noFill/>
        </p:spPr>
        <p:txBody>
          <a:bodyPr wrap="square" lIns="0" tIns="0" rIns="0" bIns="0" anchor="b">
            <a:spAutoFit/>
          </a:bodyPr>
          <a:lstStyle>
            <a:lvl1pPr marL="0" indent="0" fontAlgn="t">
              <a:lnSpc>
                <a:spcPts val="2160"/>
              </a:lnSpc>
              <a:spcAft>
                <a:spcPts val="0"/>
              </a:spcAft>
              <a:buNone/>
              <a:defRPr sz="1800" b="0" i="0" cap="none" spc="0" baseline="0">
                <a:solidFill>
                  <a:schemeClr val="tx1"/>
                </a:solidFill>
                <a:latin typeface="+mn-lt"/>
                <a:ea typeface="Roboto Light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Agenda topic</a:t>
            </a:r>
            <a:br>
              <a:rPr lang="en-US" noProof="0" dirty="0"/>
            </a:br>
            <a:r>
              <a:rPr lang="en-US" noProof="0" dirty="0"/>
              <a:t>in maximum two lines</a:t>
            </a:r>
          </a:p>
        </p:txBody>
      </p:sp>
      <p:sp>
        <p:nvSpPr>
          <p:cNvPr id="23" name="Textplatzhalter 3">
            <a:extLst>
              <a:ext uri="{FF2B5EF4-FFF2-40B4-BE49-F238E27FC236}">
                <a16:creationId xmlns:a16="http://schemas.microsoft.com/office/drawing/2014/main" id="{96523DEB-3E9A-AC42-8151-CB559BC86B3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1448" y="2583523"/>
            <a:ext cx="883204" cy="644487"/>
          </a:xfrm>
          <a:noFill/>
        </p:spPr>
        <p:txBody>
          <a:bodyPr wrap="none" lIns="0" tIns="0" rIns="0" bIns="0">
            <a:noAutofit/>
          </a:bodyPr>
          <a:lstStyle>
            <a:lvl1pPr marL="0" indent="0" fontAlgn="t">
              <a:lnSpc>
                <a:spcPts val="6000"/>
              </a:lnSpc>
              <a:spcAft>
                <a:spcPts val="0"/>
              </a:spcAft>
              <a:buNone/>
              <a:defRPr sz="6000" b="0" i="0" cap="all" spc="100" baseline="0">
                <a:solidFill>
                  <a:srgbClr val="FF9300"/>
                </a:solidFill>
                <a:latin typeface="+mn-lt"/>
                <a:ea typeface="Roboto Light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02</a:t>
            </a:r>
          </a:p>
        </p:txBody>
      </p:sp>
      <p:sp>
        <p:nvSpPr>
          <p:cNvPr id="24" name="Textplatzhalter 3">
            <a:extLst>
              <a:ext uri="{FF2B5EF4-FFF2-40B4-BE49-F238E27FC236}">
                <a16:creationId xmlns:a16="http://schemas.microsoft.com/office/drawing/2014/main" id="{89124A6F-2670-B84E-BD6D-E4E3F96D87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20329" y="2688336"/>
            <a:ext cx="4396284" cy="564257"/>
          </a:xfrm>
          <a:noFill/>
        </p:spPr>
        <p:txBody>
          <a:bodyPr wrap="square" lIns="0" tIns="0" rIns="0" bIns="0" anchor="b">
            <a:spAutoFit/>
          </a:bodyPr>
          <a:lstStyle>
            <a:lvl1pPr marL="0" indent="0" fontAlgn="t">
              <a:lnSpc>
                <a:spcPts val="2160"/>
              </a:lnSpc>
              <a:spcAft>
                <a:spcPts val="0"/>
              </a:spcAft>
              <a:buNone/>
              <a:defRPr sz="1800" b="0" i="0" cap="none" spc="0" baseline="0">
                <a:solidFill>
                  <a:schemeClr val="tx1"/>
                </a:solidFill>
                <a:latin typeface="+mn-lt"/>
                <a:ea typeface="Roboto Light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Agenda topic</a:t>
            </a:r>
            <a:br>
              <a:rPr lang="en-US" noProof="0" dirty="0"/>
            </a:br>
            <a:r>
              <a:rPr lang="en-US" noProof="0" dirty="0"/>
              <a:t>in maximum two lines</a:t>
            </a:r>
          </a:p>
        </p:txBody>
      </p:sp>
      <p:sp>
        <p:nvSpPr>
          <p:cNvPr id="25" name="Textplatzhalter 3">
            <a:extLst>
              <a:ext uri="{FF2B5EF4-FFF2-40B4-BE49-F238E27FC236}">
                <a16:creationId xmlns:a16="http://schemas.microsoft.com/office/drawing/2014/main" id="{96523DEB-3E9A-AC42-8151-CB559BC86B3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1448" y="3616457"/>
            <a:ext cx="883204" cy="644487"/>
          </a:xfrm>
          <a:noFill/>
        </p:spPr>
        <p:txBody>
          <a:bodyPr wrap="none" lIns="0" tIns="0" rIns="0" bIns="0">
            <a:noAutofit/>
          </a:bodyPr>
          <a:lstStyle>
            <a:lvl1pPr marL="0" indent="0" fontAlgn="t">
              <a:lnSpc>
                <a:spcPts val="6000"/>
              </a:lnSpc>
              <a:spcAft>
                <a:spcPts val="0"/>
              </a:spcAft>
              <a:buNone/>
              <a:defRPr sz="6000" b="0" i="0" cap="all" spc="100" baseline="0">
                <a:solidFill>
                  <a:srgbClr val="FF9300"/>
                </a:solidFill>
                <a:latin typeface="+mn-lt"/>
                <a:ea typeface="Roboto Light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03</a:t>
            </a:r>
          </a:p>
        </p:txBody>
      </p:sp>
      <p:sp>
        <p:nvSpPr>
          <p:cNvPr id="26" name="Textplatzhalter 3">
            <a:extLst>
              <a:ext uri="{FF2B5EF4-FFF2-40B4-BE49-F238E27FC236}">
                <a16:creationId xmlns:a16="http://schemas.microsoft.com/office/drawing/2014/main" id="{89124A6F-2670-B84E-BD6D-E4E3F96D879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0329" y="3721608"/>
            <a:ext cx="4396284" cy="564257"/>
          </a:xfrm>
          <a:noFill/>
        </p:spPr>
        <p:txBody>
          <a:bodyPr wrap="square" lIns="0" tIns="0" rIns="0" bIns="0" anchor="b">
            <a:spAutoFit/>
          </a:bodyPr>
          <a:lstStyle>
            <a:lvl1pPr marL="0" indent="0" fontAlgn="t">
              <a:lnSpc>
                <a:spcPts val="2160"/>
              </a:lnSpc>
              <a:spcAft>
                <a:spcPts val="0"/>
              </a:spcAft>
              <a:buNone/>
              <a:defRPr sz="1800" b="0" i="0" cap="none" spc="0" baseline="0">
                <a:solidFill>
                  <a:schemeClr val="tx1"/>
                </a:solidFill>
                <a:latin typeface="+mn-lt"/>
                <a:ea typeface="Roboto Light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Agenda topic</a:t>
            </a:r>
            <a:br>
              <a:rPr lang="en-US" noProof="0" dirty="0"/>
            </a:br>
            <a:r>
              <a:rPr lang="en-US" noProof="0" dirty="0"/>
              <a:t>in maximum two lines</a:t>
            </a:r>
          </a:p>
        </p:txBody>
      </p:sp>
      <p:sp>
        <p:nvSpPr>
          <p:cNvPr id="27" name="Textplatzhalter 3">
            <a:extLst>
              <a:ext uri="{FF2B5EF4-FFF2-40B4-BE49-F238E27FC236}">
                <a16:creationId xmlns:a16="http://schemas.microsoft.com/office/drawing/2014/main" id="{96523DEB-3E9A-AC42-8151-CB559BC86B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1448" y="4649390"/>
            <a:ext cx="883204" cy="644487"/>
          </a:xfrm>
          <a:noFill/>
        </p:spPr>
        <p:txBody>
          <a:bodyPr wrap="none" lIns="0" tIns="0" rIns="0" bIns="0">
            <a:noAutofit/>
          </a:bodyPr>
          <a:lstStyle>
            <a:lvl1pPr marL="0" indent="0" fontAlgn="t">
              <a:lnSpc>
                <a:spcPts val="6000"/>
              </a:lnSpc>
              <a:spcAft>
                <a:spcPts val="0"/>
              </a:spcAft>
              <a:buNone/>
              <a:defRPr sz="6000" b="0" i="0" cap="all" spc="100" baseline="0">
                <a:solidFill>
                  <a:srgbClr val="FF9300"/>
                </a:solidFill>
                <a:latin typeface="+mn-lt"/>
                <a:ea typeface="Roboto Light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04</a:t>
            </a:r>
          </a:p>
        </p:txBody>
      </p:sp>
      <p:sp>
        <p:nvSpPr>
          <p:cNvPr id="28" name="Textplatzhalter 3">
            <a:extLst>
              <a:ext uri="{FF2B5EF4-FFF2-40B4-BE49-F238E27FC236}">
                <a16:creationId xmlns:a16="http://schemas.microsoft.com/office/drawing/2014/main" id="{89124A6F-2670-B84E-BD6D-E4E3F96D87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20329" y="4754880"/>
            <a:ext cx="4396284" cy="564257"/>
          </a:xfrm>
          <a:noFill/>
        </p:spPr>
        <p:txBody>
          <a:bodyPr wrap="square" lIns="0" tIns="0" rIns="0" bIns="0" anchor="b">
            <a:spAutoFit/>
          </a:bodyPr>
          <a:lstStyle>
            <a:lvl1pPr marL="0" indent="0" fontAlgn="t">
              <a:lnSpc>
                <a:spcPts val="2160"/>
              </a:lnSpc>
              <a:spcAft>
                <a:spcPts val="0"/>
              </a:spcAft>
              <a:buNone/>
              <a:defRPr sz="1800" b="0" i="0" cap="none" spc="0" baseline="0">
                <a:solidFill>
                  <a:schemeClr val="tx1"/>
                </a:solidFill>
                <a:latin typeface="+mn-lt"/>
                <a:ea typeface="Roboto Light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Agenda topic</a:t>
            </a:r>
            <a:br>
              <a:rPr lang="en-US" noProof="0" dirty="0"/>
            </a:br>
            <a:r>
              <a:rPr lang="en-US" noProof="0" dirty="0"/>
              <a:t>in maximum two lines</a:t>
            </a:r>
          </a:p>
        </p:txBody>
      </p:sp>
      <p:sp>
        <p:nvSpPr>
          <p:cNvPr id="31" name="Textplatzhalter 3">
            <a:extLst>
              <a:ext uri="{FF2B5EF4-FFF2-40B4-BE49-F238E27FC236}">
                <a16:creationId xmlns:a16="http://schemas.microsoft.com/office/drawing/2014/main" id="{96523DEB-3E9A-AC42-8151-CB559BC86B3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78782" y="1550589"/>
            <a:ext cx="883204" cy="644487"/>
          </a:xfrm>
          <a:noFill/>
        </p:spPr>
        <p:txBody>
          <a:bodyPr wrap="none" lIns="0" tIns="0" rIns="0" bIns="0">
            <a:noAutofit/>
          </a:bodyPr>
          <a:lstStyle>
            <a:lvl1pPr marL="0" indent="0" fontAlgn="t">
              <a:lnSpc>
                <a:spcPts val="6000"/>
              </a:lnSpc>
              <a:spcAft>
                <a:spcPts val="0"/>
              </a:spcAft>
              <a:buNone/>
              <a:defRPr sz="6000" b="0" i="0" cap="all" spc="100" baseline="0">
                <a:solidFill>
                  <a:srgbClr val="FF9300"/>
                </a:solidFill>
                <a:latin typeface="+mn-lt"/>
                <a:ea typeface="Roboto Light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05</a:t>
            </a:r>
          </a:p>
        </p:txBody>
      </p:sp>
      <p:sp>
        <p:nvSpPr>
          <p:cNvPr id="32" name="Textplatzhalter 3">
            <a:extLst>
              <a:ext uri="{FF2B5EF4-FFF2-40B4-BE49-F238E27FC236}">
                <a16:creationId xmlns:a16="http://schemas.microsoft.com/office/drawing/2014/main" id="{89124A6F-2670-B84E-BD6D-E4E3F96D879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77663" y="1655064"/>
            <a:ext cx="4396284" cy="564257"/>
          </a:xfrm>
          <a:noFill/>
        </p:spPr>
        <p:txBody>
          <a:bodyPr wrap="square" lIns="0" tIns="0" rIns="0" bIns="0" anchor="b">
            <a:spAutoFit/>
          </a:bodyPr>
          <a:lstStyle>
            <a:lvl1pPr marL="0" indent="0" fontAlgn="t">
              <a:lnSpc>
                <a:spcPts val="2160"/>
              </a:lnSpc>
              <a:spcAft>
                <a:spcPts val="0"/>
              </a:spcAft>
              <a:buNone/>
              <a:defRPr sz="1800" b="0" i="0" cap="none" spc="0" baseline="0">
                <a:solidFill>
                  <a:schemeClr val="tx1"/>
                </a:solidFill>
                <a:latin typeface="+mn-lt"/>
                <a:ea typeface="Roboto Light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edit Agenda topic</a:t>
            </a:r>
            <a:br>
              <a:rPr lang="en-US" noProof="0"/>
            </a:br>
            <a:r>
              <a:rPr lang="en-US" noProof="0"/>
              <a:t>in maximum two lines</a:t>
            </a:r>
          </a:p>
        </p:txBody>
      </p:sp>
      <p:sp>
        <p:nvSpPr>
          <p:cNvPr id="33" name="Textplatzhalter 3">
            <a:extLst>
              <a:ext uri="{FF2B5EF4-FFF2-40B4-BE49-F238E27FC236}">
                <a16:creationId xmlns:a16="http://schemas.microsoft.com/office/drawing/2014/main" id="{96523DEB-3E9A-AC42-8151-CB559BC86B3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78782" y="2583522"/>
            <a:ext cx="883204" cy="644487"/>
          </a:xfrm>
          <a:noFill/>
        </p:spPr>
        <p:txBody>
          <a:bodyPr wrap="none" lIns="0" tIns="0" rIns="0" bIns="0">
            <a:noAutofit/>
          </a:bodyPr>
          <a:lstStyle>
            <a:lvl1pPr marL="0" indent="0" fontAlgn="t">
              <a:lnSpc>
                <a:spcPts val="6000"/>
              </a:lnSpc>
              <a:spcAft>
                <a:spcPts val="0"/>
              </a:spcAft>
              <a:buNone/>
              <a:defRPr sz="6000" b="0" i="0" cap="all" spc="100" baseline="0">
                <a:solidFill>
                  <a:srgbClr val="FF9300"/>
                </a:solidFill>
                <a:latin typeface="+mn-lt"/>
                <a:ea typeface="Roboto Light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06</a:t>
            </a:r>
          </a:p>
        </p:txBody>
      </p:sp>
      <p:sp>
        <p:nvSpPr>
          <p:cNvPr id="34" name="Textplatzhalter 3">
            <a:extLst>
              <a:ext uri="{FF2B5EF4-FFF2-40B4-BE49-F238E27FC236}">
                <a16:creationId xmlns:a16="http://schemas.microsoft.com/office/drawing/2014/main" id="{89124A6F-2670-B84E-BD6D-E4E3F96D879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77663" y="2688336"/>
            <a:ext cx="4396284" cy="564257"/>
          </a:xfrm>
          <a:noFill/>
        </p:spPr>
        <p:txBody>
          <a:bodyPr wrap="square" lIns="0" tIns="0" rIns="0" bIns="0" anchor="b">
            <a:spAutoFit/>
          </a:bodyPr>
          <a:lstStyle>
            <a:lvl1pPr marL="0" indent="0" fontAlgn="t">
              <a:lnSpc>
                <a:spcPts val="2160"/>
              </a:lnSpc>
              <a:spcAft>
                <a:spcPts val="0"/>
              </a:spcAft>
              <a:buNone/>
              <a:defRPr sz="1800" b="0" i="0" cap="none" spc="0" baseline="0">
                <a:solidFill>
                  <a:schemeClr val="tx1"/>
                </a:solidFill>
                <a:latin typeface="+mn-lt"/>
                <a:ea typeface="Roboto Light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Agenda topic</a:t>
            </a:r>
            <a:br>
              <a:rPr lang="en-US" noProof="0" dirty="0"/>
            </a:br>
            <a:r>
              <a:rPr lang="en-US" noProof="0" dirty="0"/>
              <a:t>in maximum two lines</a:t>
            </a:r>
          </a:p>
        </p:txBody>
      </p:sp>
      <p:sp>
        <p:nvSpPr>
          <p:cNvPr id="35" name="Textplatzhalter 3">
            <a:extLst>
              <a:ext uri="{FF2B5EF4-FFF2-40B4-BE49-F238E27FC236}">
                <a16:creationId xmlns:a16="http://schemas.microsoft.com/office/drawing/2014/main" id="{96523DEB-3E9A-AC42-8151-CB559BC86B3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78782" y="3616456"/>
            <a:ext cx="883204" cy="644487"/>
          </a:xfrm>
          <a:noFill/>
        </p:spPr>
        <p:txBody>
          <a:bodyPr wrap="none" lIns="0" tIns="0" rIns="0" bIns="0">
            <a:noAutofit/>
          </a:bodyPr>
          <a:lstStyle>
            <a:lvl1pPr marL="0" indent="0" fontAlgn="t">
              <a:lnSpc>
                <a:spcPts val="6000"/>
              </a:lnSpc>
              <a:spcAft>
                <a:spcPts val="0"/>
              </a:spcAft>
              <a:buNone/>
              <a:defRPr sz="6000" b="0" i="0" cap="all" spc="100" baseline="0">
                <a:solidFill>
                  <a:srgbClr val="FF9300"/>
                </a:solidFill>
                <a:latin typeface="+mn-lt"/>
                <a:ea typeface="Roboto Light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07</a:t>
            </a:r>
          </a:p>
        </p:txBody>
      </p:sp>
      <p:sp>
        <p:nvSpPr>
          <p:cNvPr id="36" name="Textplatzhalter 3">
            <a:extLst>
              <a:ext uri="{FF2B5EF4-FFF2-40B4-BE49-F238E27FC236}">
                <a16:creationId xmlns:a16="http://schemas.microsoft.com/office/drawing/2014/main" id="{89124A6F-2670-B84E-BD6D-E4E3F96D879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277663" y="3721608"/>
            <a:ext cx="4396284" cy="564257"/>
          </a:xfrm>
          <a:noFill/>
        </p:spPr>
        <p:txBody>
          <a:bodyPr wrap="square" lIns="0" tIns="0" rIns="0" bIns="0" anchor="b">
            <a:spAutoFit/>
          </a:bodyPr>
          <a:lstStyle>
            <a:lvl1pPr marL="0" indent="0" fontAlgn="t">
              <a:lnSpc>
                <a:spcPts val="2160"/>
              </a:lnSpc>
              <a:spcAft>
                <a:spcPts val="0"/>
              </a:spcAft>
              <a:buNone/>
              <a:defRPr sz="1800" b="0" i="0" cap="none" spc="0" baseline="0">
                <a:solidFill>
                  <a:schemeClr val="tx1"/>
                </a:solidFill>
                <a:latin typeface="+mn-lt"/>
                <a:ea typeface="Roboto Light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edit Agenda topic</a:t>
            </a:r>
            <a:br>
              <a:rPr lang="en-US" noProof="0"/>
            </a:br>
            <a:r>
              <a:rPr lang="en-US" noProof="0"/>
              <a:t>in maximum two lines</a:t>
            </a:r>
          </a:p>
        </p:txBody>
      </p:sp>
      <p:sp>
        <p:nvSpPr>
          <p:cNvPr id="37" name="Textplatzhalter 3">
            <a:extLst>
              <a:ext uri="{FF2B5EF4-FFF2-40B4-BE49-F238E27FC236}">
                <a16:creationId xmlns:a16="http://schemas.microsoft.com/office/drawing/2014/main" id="{96523DEB-3E9A-AC42-8151-CB559BC86B3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78782" y="4649390"/>
            <a:ext cx="883204" cy="644487"/>
          </a:xfrm>
          <a:noFill/>
        </p:spPr>
        <p:txBody>
          <a:bodyPr wrap="none" lIns="0" tIns="0" rIns="0" bIns="0">
            <a:noAutofit/>
          </a:bodyPr>
          <a:lstStyle>
            <a:lvl1pPr marL="0" indent="0" fontAlgn="t">
              <a:lnSpc>
                <a:spcPts val="6000"/>
              </a:lnSpc>
              <a:spcAft>
                <a:spcPts val="0"/>
              </a:spcAft>
              <a:buNone/>
              <a:defRPr sz="6000" b="0" i="0" cap="all" spc="100" baseline="0">
                <a:solidFill>
                  <a:srgbClr val="FF9300"/>
                </a:solidFill>
                <a:latin typeface="+mn-lt"/>
                <a:ea typeface="Roboto Light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08</a:t>
            </a:r>
          </a:p>
        </p:txBody>
      </p:sp>
      <p:sp>
        <p:nvSpPr>
          <p:cNvPr id="38" name="Textplatzhalter 3">
            <a:extLst>
              <a:ext uri="{FF2B5EF4-FFF2-40B4-BE49-F238E27FC236}">
                <a16:creationId xmlns:a16="http://schemas.microsoft.com/office/drawing/2014/main" id="{89124A6F-2670-B84E-BD6D-E4E3F96D879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77663" y="4754880"/>
            <a:ext cx="4396284" cy="564257"/>
          </a:xfrm>
          <a:noFill/>
        </p:spPr>
        <p:txBody>
          <a:bodyPr wrap="square" lIns="0" tIns="0" rIns="0" bIns="0" anchor="b">
            <a:spAutoFit/>
          </a:bodyPr>
          <a:lstStyle>
            <a:lvl1pPr marL="0" indent="0" fontAlgn="t">
              <a:lnSpc>
                <a:spcPts val="2160"/>
              </a:lnSpc>
              <a:spcAft>
                <a:spcPts val="0"/>
              </a:spcAft>
              <a:buNone/>
              <a:defRPr sz="1800" b="0" i="0" cap="none" spc="0" baseline="0">
                <a:solidFill>
                  <a:schemeClr val="tx1"/>
                </a:solidFill>
                <a:latin typeface="+mn-lt"/>
                <a:ea typeface="Roboto Light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edit Agenda topic</a:t>
            </a:r>
            <a:br>
              <a:rPr lang="en-US" noProof="0"/>
            </a:br>
            <a:r>
              <a:rPr lang="en-US" noProof="0"/>
              <a:t>in maximum two lines</a:t>
            </a:r>
          </a:p>
        </p:txBody>
      </p:sp>
      <p:sp>
        <p:nvSpPr>
          <p:cNvPr id="45" name="Titelplatzhalter 1">
            <a:extLst>
              <a:ext uri="{FF2B5EF4-FFF2-40B4-BE49-F238E27FC236}">
                <a16:creationId xmlns:a16="http://schemas.microsoft.com/office/drawing/2014/main" id="{6453F368-6889-417C-A338-273551D75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05635"/>
            <a:ext cx="9420225" cy="664797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Click to edit Agenda title with a maximum of </a:t>
            </a:r>
            <a:br>
              <a:rPr lang="en-US" noProof="0" dirty="0"/>
            </a:br>
            <a:r>
              <a:rPr lang="en-US" noProof="0" dirty="0"/>
              <a:t>approx. 120 characters in maximum two lines</a:t>
            </a:r>
          </a:p>
        </p:txBody>
      </p:sp>
      <p:sp>
        <p:nvSpPr>
          <p:cNvPr id="40" name="Trapez 1">
            <a:extLst>
              <a:ext uri="{FF2B5EF4-FFF2-40B4-BE49-F238E27FC236}">
                <a16:creationId xmlns:a16="http://schemas.microsoft.com/office/drawing/2014/main" id="{4CA92086-2279-4836-A409-C8853CE32F5D}"/>
              </a:ext>
            </a:extLst>
          </p:cNvPr>
          <p:cNvSpPr/>
          <p:nvPr userDrawn="1"/>
        </p:nvSpPr>
        <p:spPr>
          <a:xfrm>
            <a:off x="0" y="6382800"/>
            <a:ext cx="12192000" cy="478813"/>
          </a:xfrm>
          <a:custGeom>
            <a:avLst/>
            <a:gdLst>
              <a:gd name="connsiteX0" fmla="*/ 0 w 12192000"/>
              <a:gd name="connsiteY0" fmla="*/ 512762 h 512762"/>
              <a:gd name="connsiteX1" fmla="*/ 128191 w 12192000"/>
              <a:gd name="connsiteY1" fmla="*/ 0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2000"/>
              <a:gd name="connsiteY0" fmla="*/ 512762 h 512762"/>
              <a:gd name="connsiteX1" fmla="*/ 3201 w 12192000"/>
              <a:gd name="connsiteY1" fmla="*/ 256559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5378"/>
              <a:gd name="connsiteY0" fmla="*/ 512762 h 512762"/>
              <a:gd name="connsiteX1" fmla="*/ 3201 w 12195378"/>
              <a:gd name="connsiteY1" fmla="*/ 256559 h 512762"/>
              <a:gd name="connsiteX2" fmla="*/ 12195378 w 12195378"/>
              <a:gd name="connsiteY2" fmla="*/ 0 h 512762"/>
              <a:gd name="connsiteX3" fmla="*/ 12192000 w 12195378"/>
              <a:gd name="connsiteY3" fmla="*/ 512762 h 512762"/>
              <a:gd name="connsiteX4" fmla="*/ 0 w 12195378"/>
              <a:gd name="connsiteY4" fmla="*/ 512762 h 512762"/>
              <a:gd name="connsiteX0" fmla="*/ 0 w 12208020"/>
              <a:gd name="connsiteY0" fmla="*/ 479051 h 479051"/>
              <a:gd name="connsiteX1" fmla="*/ 3201 w 12208020"/>
              <a:gd name="connsiteY1" fmla="*/ 222848 h 479051"/>
              <a:gd name="connsiteX2" fmla="*/ 12208020 w 12208020"/>
              <a:gd name="connsiteY2" fmla="*/ 0 h 479051"/>
              <a:gd name="connsiteX3" fmla="*/ 12192000 w 12208020"/>
              <a:gd name="connsiteY3" fmla="*/ 479051 h 479051"/>
              <a:gd name="connsiteX4" fmla="*/ 0 w 12208020"/>
              <a:gd name="connsiteY4" fmla="*/ 479051 h 479051"/>
              <a:gd name="connsiteX0" fmla="*/ 0 w 12195378"/>
              <a:gd name="connsiteY0" fmla="*/ 491692 h 491692"/>
              <a:gd name="connsiteX1" fmla="*/ 3201 w 12195378"/>
              <a:gd name="connsiteY1" fmla="*/ 235489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7415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3201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5227 w 12192177"/>
              <a:gd name="connsiteY0" fmla="*/ 491692 h 491692"/>
              <a:gd name="connsiteX1" fmla="*/ 0 w 12192177"/>
              <a:gd name="connsiteY1" fmla="*/ 205993 h 491692"/>
              <a:gd name="connsiteX2" fmla="*/ 12192177 w 12192177"/>
              <a:gd name="connsiteY2" fmla="*/ 0 h 491692"/>
              <a:gd name="connsiteX3" fmla="*/ 12188799 w 12192177"/>
              <a:gd name="connsiteY3" fmla="*/ 491692 h 491692"/>
              <a:gd name="connsiteX4" fmla="*/ 5227 w 12192177"/>
              <a:gd name="connsiteY4" fmla="*/ 491692 h 491692"/>
              <a:gd name="connsiteX0" fmla="*/ 5227 w 12192177"/>
              <a:gd name="connsiteY0" fmla="*/ 491692 h 494911"/>
              <a:gd name="connsiteX1" fmla="*/ 0 w 12192177"/>
              <a:gd name="connsiteY1" fmla="*/ 205993 h 494911"/>
              <a:gd name="connsiteX2" fmla="*/ 12192177 w 12192177"/>
              <a:gd name="connsiteY2" fmla="*/ 0 h 494911"/>
              <a:gd name="connsiteX3" fmla="*/ 12192019 w 12192177"/>
              <a:gd name="connsiteY3" fmla="*/ 494911 h 494911"/>
              <a:gd name="connsiteX4" fmla="*/ 5227 w 12192177"/>
              <a:gd name="connsiteY4" fmla="*/ 491692 h 494911"/>
              <a:gd name="connsiteX0" fmla="*/ 5227 w 12192177"/>
              <a:gd name="connsiteY0" fmla="*/ 475594 h 478813"/>
              <a:gd name="connsiteX1" fmla="*/ 0 w 12192177"/>
              <a:gd name="connsiteY1" fmla="*/ 189895 h 478813"/>
              <a:gd name="connsiteX2" fmla="*/ 12192177 w 12192177"/>
              <a:gd name="connsiteY2" fmla="*/ 0 h 478813"/>
              <a:gd name="connsiteX3" fmla="*/ 12192019 w 12192177"/>
              <a:gd name="connsiteY3" fmla="*/ 478813 h 478813"/>
              <a:gd name="connsiteX4" fmla="*/ 5227 w 12192177"/>
              <a:gd name="connsiteY4" fmla="*/ 475594 h 478813"/>
              <a:gd name="connsiteX0" fmla="*/ 22287 w 12209237"/>
              <a:gd name="connsiteY0" fmla="*/ 475594 h 478813"/>
              <a:gd name="connsiteX1" fmla="*/ 0 w 12209237"/>
              <a:gd name="connsiteY1" fmla="*/ 220603 h 478813"/>
              <a:gd name="connsiteX2" fmla="*/ 12209237 w 12209237"/>
              <a:gd name="connsiteY2" fmla="*/ 0 h 478813"/>
              <a:gd name="connsiteX3" fmla="*/ 12209079 w 12209237"/>
              <a:gd name="connsiteY3" fmla="*/ 478813 h 478813"/>
              <a:gd name="connsiteX4" fmla="*/ 22287 w 12209237"/>
              <a:gd name="connsiteY4" fmla="*/ 475594 h 478813"/>
              <a:gd name="connsiteX0" fmla="*/ 1815 w 12188765"/>
              <a:gd name="connsiteY0" fmla="*/ 475594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1815 w 12188765"/>
              <a:gd name="connsiteY4" fmla="*/ 475594 h 478813"/>
              <a:gd name="connsiteX0" fmla="*/ 369 w 12190731"/>
              <a:gd name="connsiteY0" fmla="*/ 479006 h 479006"/>
              <a:gd name="connsiteX1" fmla="*/ 1966 w 12190731"/>
              <a:gd name="connsiteY1" fmla="*/ 183072 h 479006"/>
              <a:gd name="connsiteX2" fmla="*/ 12190731 w 12190731"/>
              <a:gd name="connsiteY2" fmla="*/ 0 h 479006"/>
              <a:gd name="connsiteX3" fmla="*/ 12190573 w 12190731"/>
              <a:gd name="connsiteY3" fmla="*/ 478813 h 479006"/>
              <a:gd name="connsiteX4" fmla="*/ 369 w 12190731"/>
              <a:gd name="connsiteY4" fmla="*/ 479006 h 479006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0 w 12190362"/>
              <a:gd name="connsiteY0" fmla="*/ 475594 h 478813"/>
              <a:gd name="connsiteX1" fmla="*/ 1597 w 12190362"/>
              <a:gd name="connsiteY1" fmla="*/ 183072 h 478813"/>
              <a:gd name="connsiteX2" fmla="*/ 12190362 w 12190362"/>
              <a:gd name="connsiteY2" fmla="*/ 0 h 478813"/>
              <a:gd name="connsiteX3" fmla="*/ 12190204 w 12190362"/>
              <a:gd name="connsiteY3" fmla="*/ 478813 h 478813"/>
              <a:gd name="connsiteX4" fmla="*/ 0 w 12190362"/>
              <a:gd name="connsiteY4" fmla="*/ 475594 h 478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0362" h="478813">
                <a:moveTo>
                  <a:pt x="0" y="475594"/>
                </a:moveTo>
                <a:cubicBezTo>
                  <a:pt x="1670" y="482720"/>
                  <a:pt x="3339" y="278305"/>
                  <a:pt x="1597" y="183072"/>
                </a:cubicBezTo>
                <a:lnTo>
                  <a:pt x="12190362" y="0"/>
                </a:lnTo>
                <a:cubicBezTo>
                  <a:pt x="12190309" y="164970"/>
                  <a:pt x="12190257" y="313843"/>
                  <a:pt x="12190204" y="478813"/>
                </a:cubicBezTo>
                <a:lnTo>
                  <a:pt x="0" y="47559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7" name="Textfeld 28">
            <a:extLst>
              <a:ext uri="{FF2B5EF4-FFF2-40B4-BE49-F238E27FC236}">
                <a16:creationId xmlns:a16="http://schemas.microsoft.com/office/drawing/2014/main" id="{E01D0FDA-A8B8-4B33-9943-A66439AB1A0A}"/>
              </a:ext>
            </a:extLst>
          </p:cNvPr>
          <p:cNvSpPr txBox="1"/>
          <p:nvPr userDrawn="1"/>
        </p:nvSpPr>
        <p:spPr>
          <a:xfrm>
            <a:off x="515939" y="6611938"/>
            <a:ext cx="3484562" cy="1280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noProof="0" dirty="0">
                <a:solidFill>
                  <a:schemeClr val="accent3"/>
                </a:solidFill>
                <a:latin typeface="+mj-lt"/>
                <a:ea typeface="Roboto" panose="02000000000000000000" pitchFamily="2" charset="0"/>
              </a:rPr>
              <a:t>© 2026 Bruker</a:t>
            </a:r>
          </a:p>
        </p:txBody>
      </p:sp>
      <p:sp>
        <p:nvSpPr>
          <p:cNvPr id="51" name="Datumsplatzhalter 3">
            <a:extLst>
              <a:ext uri="{FF2B5EF4-FFF2-40B4-BE49-F238E27FC236}">
                <a16:creationId xmlns:a16="http://schemas.microsoft.com/office/drawing/2014/main" id="{F1F50024-E250-4528-9B3E-830619280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0579" y="6611112"/>
            <a:ext cx="979694" cy="128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5A55340B-D2E3-4EA9-94BC-B3E404116084}" type="datetime3">
              <a:rPr lang="en-US" smtClean="0"/>
              <a:t>5 May 2026</a:t>
            </a:fld>
            <a:endParaRPr lang="en-US" dirty="0"/>
          </a:p>
        </p:txBody>
      </p:sp>
      <p:sp>
        <p:nvSpPr>
          <p:cNvPr id="52" name="Foliennummernplatzhalter 5">
            <a:extLst>
              <a:ext uri="{FF2B5EF4-FFF2-40B4-BE49-F238E27FC236}">
                <a16:creationId xmlns:a16="http://schemas.microsoft.com/office/drawing/2014/main" id="{DB161058-320D-4627-92E7-24BC18DE8E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611112"/>
            <a:ext cx="291782" cy="12801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20213A-032B-FE42-940A-86A4C9AC44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3" name="Footer Placeholder 4">
            <a:extLst>
              <a:ext uri="{FF2B5EF4-FFF2-40B4-BE49-F238E27FC236}">
                <a16:creationId xmlns:a16="http://schemas.microsoft.com/office/drawing/2014/main" id="{179A0E7C-5782-4AA1-8B8C-183CA96F00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1338" y="6611112"/>
            <a:ext cx="5925232" cy="128016"/>
          </a:xfrm>
          <a:prstGeom prst="rect">
            <a:avLst/>
          </a:prstGeom>
        </p:spPr>
        <p:txBody>
          <a:bodyPr vert="horz" lIns="0" tIns="0" rIns="4572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Innovation with Integrity</a:t>
            </a:r>
            <a:endParaRPr lang="en-US" dirty="0"/>
          </a:p>
        </p:txBody>
      </p:sp>
      <p:sp>
        <p:nvSpPr>
          <p:cNvPr id="54" name="Datumsplatzhalter 3">
            <a:extLst>
              <a:ext uri="{FF2B5EF4-FFF2-40B4-BE49-F238E27FC236}">
                <a16:creationId xmlns:a16="http://schemas.microsoft.com/office/drawing/2014/main" id="{A920734A-5576-4CD0-90FD-9013F695CD4D}"/>
              </a:ext>
            </a:extLst>
          </p:cNvPr>
          <p:cNvSpPr txBox="1">
            <a:spLocks/>
          </p:cNvSpPr>
          <p:nvPr userDrawn="1"/>
        </p:nvSpPr>
        <p:spPr>
          <a:xfrm>
            <a:off x="11320272" y="6608530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latin typeface="+mj-lt"/>
              </a:rPr>
              <a:t>|</a:t>
            </a:r>
          </a:p>
        </p:txBody>
      </p:sp>
      <p:sp>
        <p:nvSpPr>
          <p:cNvPr id="55" name="Datumsplatzhalter 3">
            <a:extLst>
              <a:ext uri="{FF2B5EF4-FFF2-40B4-BE49-F238E27FC236}">
                <a16:creationId xmlns:a16="http://schemas.microsoft.com/office/drawing/2014/main" id="{6102B49E-6BE9-435C-A17C-52326E1A7372}"/>
              </a:ext>
            </a:extLst>
          </p:cNvPr>
          <p:cNvSpPr txBox="1">
            <a:spLocks/>
          </p:cNvSpPr>
          <p:nvPr userDrawn="1"/>
        </p:nvSpPr>
        <p:spPr>
          <a:xfrm>
            <a:off x="10276570" y="6611112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latin typeface="+mj-lt"/>
              </a:rPr>
              <a:t>|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umn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rapez 1">
            <a:extLst>
              <a:ext uri="{FF2B5EF4-FFF2-40B4-BE49-F238E27FC236}">
                <a16:creationId xmlns:a16="http://schemas.microsoft.com/office/drawing/2014/main" id="{E26247D5-7FB8-3249-9F5E-7D09FAEF23E9}"/>
              </a:ext>
            </a:extLst>
          </p:cNvPr>
          <p:cNvSpPr/>
          <p:nvPr userDrawn="1"/>
        </p:nvSpPr>
        <p:spPr>
          <a:xfrm>
            <a:off x="0" y="6382800"/>
            <a:ext cx="12192000" cy="478813"/>
          </a:xfrm>
          <a:custGeom>
            <a:avLst/>
            <a:gdLst>
              <a:gd name="connsiteX0" fmla="*/ 0 w 12192000"/>
              <a:gd name="connsiteY0" fmla="*/ 512762 h 512762"/>
              <a:gd name="connsiteX1" fmla="*/ 128191 w 12192000"/>
              <a:gd name="connsiteY1" fmla="*/ 0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2000"/>
              <a:gd name="connsiteY0" fmla="*/ 512762 h 512762"/>
              <a:gd name="connsiteX1" fmla="*/ 3201 w 12192000"/>
              <a:gd name="connsiteY1" fmla="*/ 256559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5378"/>
              <a:gd name="connsiteY0" fmla="*/ 512762 h 512762"/>
              <a:gd name="connsiteX1" fmla="*/ 3201 w 12195378"/>
              <a:gd name="connsiteY1" fmla="*/ 256559 h 512762"/>
              <a:gd name="connsiteX2" fmla="*/ 12195378 w 12195378"/>
              <a:gd name="connsiteY2" fmla="*/ 0 h 512762"/>
              <a:gd name="connsiteX3" fmla="*/ 12192000 w 12195378"/>
              <a:gd name="connsiteY3" fmla="*/ 512762 h 512762"/>
              <a:gd name="connsiteX4" fmla="*/ 0 w 12195378"/>
              <a:gd name="connsiteY4" fmla="*/ 512762 h 512762"/>
              <a:gd name="connsiteX0" fmla="*/ 0 w 12208020"/>
              <a:gd name="connsiteY0" fmla="*/ 479051 h 479051"/>
              <a:gd name="connsiteX1" fmla="*/ 3201 w 12208020"/>
              <a:gd name="connsiteY1" fmla="*/ 222848 h 479051"/>
              <a:gd name="connsiteX2" fmla="*/ 12208020 w 12208020"/>
              <a:gd name="connsiteY2" fmla="*/ 0 h 479051"/>
              <a:gd name="connsiteX3" fmla="*/ 12192000 w 12208020"/>
              <a:gd name="connsiteY3" fmla="*/ 479051 h 479051"/>
              <a:gd name="connsiteX4" fmla="*/ 0 w 12208020"/>
              <a:gd name="connsiteY4" fmla="*/ 479051 h 479051"/>
              <a:gd name="connsiteX0" fmla="*/ 0 w 12195378"/>
              <a:gd name="connsiteY0" fmla="*/ 491692 h 491692"/>
              <a:gd name="connsiteX1" fmla="*/ 3201 w 12195378"/>
              <a:gd name="connsiteY1" fmla="*/ 235489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7415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3201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5227 w 12192177"/>
              <a:gd name="connsiteY0" fmla="*/ 491692 h 491692"/>
              <a:gd name="connsiteX1" fmla="*/ 0 w 12192177"/>
              <a:gd name="connsiteY1" fmla="*/ 205993 h 491692"/>
              <a:gd name="connsiteX2" fmla="*/ 12192177 w 12192177"/>
              <a:gd name="connsiteY2" fmla="*/ 0 h 491692"/>
              <a:gd name="connsiteX3" fmla="*/ 12188799 w 12192177"/>
              <a:gd name="connsiteY3" fmla="*/ 491692 h 491692"/>
              <a:gd name="connsiteX4" fmla="*/ 5227 w 12192177"/>
              <a:gd name="connsiteY4" fmla="*/ 491692 h 491692"/>
              <a:gd name="connsiteX0" fmla="*/ 5227 w 12192177"/>
              <a:gd name="connsiteY0" fmla="*/ 491692 h 494911"/>
              <a:gd name="connsiteX1" fmla="*/ 0 w 12192177"/>
              <a:gd name="connsiteY1" fmla="*/ 205993 h 494911"/>
              <a:gd name="connsiteX2" fmla="*/ 12192177 w 12192177"/>
              <a:gd name="connsiteY2" fmla="*/ 0 h 494911"/>
              <a:gd name="connsiteX3" fmla="*/ 12192019 w 12192177"/>
              <a:gd name="connsiteY3" fmla="*/ 494911 h 494911"/>
              <a:gd name="connsiteX4" fmla="*/ 5227 w 12192177"/>
              <a:gd name="connsiteY4" fmla="*/ 491692 h 494911"/>
              <a:gd name="connsiteX0" fmla="*/ 5227 w 12192177"/>
              <a:gd name="connsiteY0" fmla="*/ 475594 h 478813"/>
              <a:gd name="connsiteX1" fmla="*/ 0 w 12192177"/>
              <a:gd name="connsiteY1" fmla="*/ 189895 h 478813"/>
              <a:gd name="connsiteX2" fmla="*/ 12192177 w 12192177"/>
              <a:gd name="connsiteY2" fmla="*/ 0 h 478813"/>
              <a:gd name="connsiteX3" fmla="*/ 12192019 w 12192177"/>
              <a:gd name="connsiteY3" fmla="*/ 478813 h 478813"/>
              <a:gd name="connsiteX4" fmla="*/ 5227 w 12192177"/>
              <a:gd name="connsiteY4" fmla="*/ 475594 h 478813"/>
              <a:gd name="connsiteX0" fmla="*/ 22287 w 12209237"/>
              <a:gd name="connsiteY0" fmla="*/ 475594 h 478813"/>
              <a:gd name="connsiteX1" fmla="*/ 0 w 12209237"/>
              <a:gd name="connsiteY1" fmla="*/ 220603 h 478813"/>
              <a:gd name="connsiteX2" fmla="*/ 12209237 w 12209237"/>
              <a:gd name="connsiteY2" fmla="*/ 0 h 478813"/>
              <a:gd name="connsiteX3" fmla="*/ 12209079 w 12209237"/>
              <a:gd name="connsiteY3" fmla="*/ 478813 h 478813"/>
              <a:gd name="connsiteX4" fmla="*/ 22287 w 12209237"/>
              <a:gd name="connsiteY4" fmla="*/ 475594 h 478813"/>
              <a:gd name="connsiteX0" fmla="*/ 1815 w 12188765"/>
              <a:gd name="connsiteY0" fmla="*/ 475594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1815 w 12188765"/>
              <a:gd name="connsiteY4" fmla="*/ 475594 h 478813"/>
              <a:gd name="connsiteX0" fmla="*/ 369 w 12190731"/>
              <a:gd name="connsiteY0" fmla="*/ 479006 h 479006"/>
              <a:gd name="connsiteX1" fmla="*/ 1966 w 12190731"/>
              <a:gd name="connsiteY1" fmla="*/ 183072 h 479006"/>
              <a:gd name="connsiteX2" fmla="*/ 12190731 w 12190731"/>
              <a:gd name="connsiteY2" fmla="*/ 0 h 479006"/>
              <a:gd name="connsiteX3" fmla="*/ 12190573 w 12190731"/>
              <a:gd name="connsiteY3" fmla="*/ 478813 h 479006"/>
              <a:gd name="connsiteX4" fmla="*/ 369 w 12190731"/>
              <a:gd name="connsiteY4" fmla="*/ 479006 h 479006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0 w 12190362"/>
              <a:gd name="connsiteY0" fmla="*/ 475594 h 478813"/>
              <a:gd name="connsiteX1" fmla="*/ 1597 w 12190362"/>
              <a:gd name="connsiteY1" fmla="*/ 183072 h 478813"/>
              <a:gd name="connsiteX2" fmla="*/ 12190362 w 12190362"/>
              <a:gd name="connsiteY2" fmla="*/ 0 h 478813"/>
              <a:gd name="connsiteX3" fmla="*/ 12190204 w 12190362"/>
              <a:gd name="connsiteY3" fmla="*/ 478813 h 478813"/>
              <a:gd name="connsiteX4" fmla="*/ 0 w 12190362"/>
              <a:gd name="connsiteY4" fmla="*/ 475594 h 478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0362" h="478813">
                <a:moveTo>
                  <a:pt x="0" y="475594"/>
                </a:moveTo>
                <a:cubicBezTo>
                  <a:pt x="1670" y="482720"/>
                  <a:pt x="3339" y="278305"/>
                  <a:pt x="1597" y="183072"/>
                </a:cubicBezTo>
                <a:lnTo>
                  <a:pt x="12190362" y="0"/>
                </a:lnTo>
                <a:cubicBezTo>
                  <a:pt x="12190309" y="164970"/>
                  <a:pt x="12190257" y="313843"/>
                  <a:pt x="12190204" y="478813"/>
                </a:cubicBezTo>
                <a:lnTo>
                  <a:pt x="0" y="47559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6" name="Textfeld 28">
            <a:extLst>
              <a:ext uri="{FF2B5EF4-FFF2-40B4-BE49-F238E27FC236}">
                <a16:creationId xmlns:a16="http://schemas.microsoft.com/office/drawing/2014/main" id="{5BDAF4E6-6D68-44C5-BABA-E376DEA65436}"/>
              </a:ext>
            </a:extLst>
          </p:cNvPr>
          <p:cNvSpPr txBox="1"/>
          <p:nvPr userDrawn="1"/>
        </p:nvSpPr>
        <p:spPr>
          <a:xfrm>
            <a:off x="515939" y="6611938"/>
            <a:ext cx="3484562" cy="1280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noProof="0" dirty="0">
                <a:solidFill>
                  <a:schemeClr val="accent3"/>
                </a:solidFill>
                <a:latin typeface="+mj-lt"/>
                <a:ea typeface="Roboto" panose="02000000000000000000" pitchFamily="2" charset="0"/>
              </a:rPr>
              <a:t>© 2026 Bruker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EC394D-0BE0-47C1-B088-32253B16C96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15939" y="1592635"/>
            <a:ext cx="11160124" cy="4608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8" name="Textplatzhalter 3">
            <a:extLst>
              <a:ext uri="{FF2B5EF4-FFF2-40B4-BE49-F238E27FC236}">
                <a16:creationId xmlns:a16="http://schemas.microsoft.com/office/drawing/2014/main" id="{B4FD5F9F-E446-4BF5-A57D-6634A5E8E1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9" y="296863"/>
            <a:ext cx="9420224" cy="13465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accent2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100 characters</a:t>
            </a:r>
          </a:p>
        </p:txBody>
      </p:sp>
      <p:sp>
        <p:nvSpPr>
          <p:cNvPr id="12" name="Titelplatzhalter 1">
            <a:extLst>
              <a:ext uri="{FF2B5EF4-FFF2-40B4-BE49-F238E27FC236}">
                <a16:creationId xmlns:a16="http://schemas.microsoft.com/office/drawing/2014/main" id="{B024D9C6-40E1-456A-B101-0BF21E6F2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05635"/>
            <a:ext cx="9420225" cy="664797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/>
          <a:p>
            <a:pPr lvl="0"/>
            <a:r>
              <a:rPr lang="en-US" noProof="0" dirty="0"/>
              <a:t>Click to edit Master title with a maximum of </a:t>
            </a:r>
            <a:br>
              <a:rPr lang="en-US" noProof="0" dirty="0"/>
            </a:br>
            <a:r>
              <a:rPr lang="en-US" noProof="0" dirty="0"/>
              <a:t>approx. 120 characters in maximum two lines</a:t>
            </a:r>
          </a:p>
        </p:txBody>
      </p:sp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4D561DC7-9D7E-42B5-AABC-F2E4DE6D00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0579" y="6611112"/>
            <a:ext cx="979694" cy="128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16171C04-BAF4-4CBD-ACEC-8F3A44A1B927}" type="datetime3">
              <a:rPr lang="en-US" smtClean="0"/>
              <a:t>5 May 2026</a:t>
            </a:fld>
            <a:endParaRPr lang="en-US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8D179A22-84DE-48B9-A6F3-2FD253802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611112"/>
            <a:ext cx="291782" cy="12801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20213A-032B-FE42-940A-86A4C9AC44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8F42DD11-34F0-4F17-9686-91A7115405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1338" y="6611112"/>
            <a:ext cx="5925232" cy="128016"/>
          </a:xfrm>
          <a:prstGeom prst="rect">
            <a:avLst/>
          </a:prstGeom>
        </p:spPr>
        <p:txBody>
          <a:bodyPr vert="horz" lIns="0" tIns="0" rIns="4572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Innovation with Integrity</a:t>
            </a:r>
            <a:endParaRPr lang="en-US" dirty="0"/>
          </a:p>
        </p:txBody>
      </p:sp>
      <p:sp>
        <p:nvSpPr>
          <p:cNvPr id="19" name="Datumsplatzhalter 3">
            <a:extLst>
              <a:ext uri="{FF2B5EF4-FFF2-40B4-BE49-F238E27FC236}">
                <a16:creationId xmlns:a16="http://schemas.microsoft.com/office/drawing/2014/main" id="{2118FAC5-CBCA-4A0D-9F92-EE7E9554AB85}"/>
              </a:ext>
            </a:extLst>
          </p:cNvPr>
          <p:cNvSpPr txBox="1">
            <a:spLocks/>
          </p:cNvSpPr>
          <p:nvPr userDrawn="1"/>
        </p:nvSpPr>
        <p:spPr>
          <a:xfrm>
            <a:off x="11320272" y="6608530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latin typeface="+mj-lt"/>
              </a:rPr>
              <a:t>|</a:t>
            </a:r>
          </a:p>
        </p:txBody>
      </p:sp>
      <p:sp>
        <p:nvSpPr>
          <p:cNvPr id="20" name="Datumsplatzhalter 3">
            <a:extLst>
              <a:ext uri="{FF2B5EF4-FFF2-40B4-BE49-F238E27FC236}">
                <a16:creationId xmlns:a16="http://schemas.microsoft.com/office/drawing/2014/main" id="{8A58CA00-3E74-40A0-8C85-A260E9F56618}"/>
              </a:ext>
            </a:extLst>
          </p:cNvPr>
          <p:cNvSpPr txBox="1">
            <a:spLocks/>
          </p:cNvSpPr>
          <p:nvPr userDrawn="1"/>
        </p:nvSpPr>
        <p:spPr>
          <a:xfrm>
            <a:off x="10276570" y="6611112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latin typeface="+mj-lt"/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4250483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umn Subtitl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rapez 1">
            <a:extLst>
              <a:ext uri="{FF2B5EF4-FFF2-40B4-BE49-F238E27FC236}">
                <a16:creationId xmlns:a16="http://schemas.microsoft.com/office/drawing/2014/main" id="{E26247D5-7FB8-3249-9F5E-7D09FAEF23E9}"/>
              </a:ext>
            </a:extLst>
          </p:cNvPr>
          <p:cNvSpPr/>
          <p:nvPr userDrawn="1"/>
        </p:nvSpPr>
        <p:spPr>
          <a:xfrm>
            <a:off x="0" y="6382800"/>
            <a:ext cx="12192000" cy="478813"/>
          </a:xfrm>
          <a:custGeom>
            <a:avLst/>
            <a:gdLst>
              <a:gd name="connsiteX0" fmla="*/ 0 w 12192000"/>
              <a:gd name="connsiteY0" fmla="*/ 512762 h 512762"/>
              <a:gd name="connsiteX1" fmla="*/ 128191 w 12192000"/>
              <a:gd name="connsiteY1" fmla="*/ 0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2000"/>
              <a:gd name="connsiteY0" fmla="*/ 512762 h 512762"/>
              <a:gd name="connsiteX1" fmla="*/ 3201 w 12192000"/>
              <a:gd name="connsiteY1" fmla="*/ 256559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5378"/>
              <a:gd name="connsiteY0" fmla="*/ 512762 h 512762"/>
              <a:gd name="connsiteX1" fmla="*/ 3201 w 12195378"/>
              <a:gd name="connsiteY1" fmla="*/ 256559 h 512762"/>
              <a:gd name="connsiteX2" fmla="*/ 12195378 w 12195378"/>
              <a:gd name="connsiteY2" fmla="*/ 0 h 512762"/>
              <a:gd name="connsiteX3" fmla="*/ 12192000 w 12195378"/>
              <a:gd name="connsiteY3" fmla="*/ 512762 h 512762"/>
              <a:gd name="connsiteX4" fmla="*/ 0 w 12195378"/>
              <a:gd name="connsiteY4" fmla="*/ 512762 h 512762"/>
              <a:gd name="connsiteX0" fmla="*/ 0 w 12208020"/>
              <a:gd name="connsiteY0" fmla="*/ 479051 h 479051"/>
              <a:gd name="connsiteX1" fmla="*/ 3201 w 12208020"/>
              <a:gd name="connsiteY1" fmla="*/ 222848 h 479051"/>
              <a:gd name="connsiteX2" fmla="*/ 12208020 w 12208020"/>
              <a:gd name="connsiteY2" fmla="*/ 0 h 479051"/>
              <a:gd name="connsiteX3" fmla="*/ 12192000 w 12208020"/>
              <a:gd name="connsiteY3" fmla="*/ 479051 h 479051"/>
              <a:gd name="connsiteX4" fmla="*/ 0 w 12208020"/>
              <a:gd name="connsiteY4" fmla="*/ 479051 h 479051"/>
              <a:gd name="connsiteX0" fmla="*/ 0 w 12195378"/>
              <a:gd name="connsiteY0" fmla="*/ 491692 h 491692"/>
              <a:gd name="connsiteX1" fmla="*/ 3201 w 12195378"/>
              <a:gd name="connsiteY1" fmla="*/ 235489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7415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3201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5227 w 12192177"/>
              <a:gd name="connsiteY0" fmla="*/ 491692 h 491692"/>
              <a:gd name="connsiteX1" fmla="*/ 0 w 12192177"/>
              <a:gd name="connsiteY1" fmla="*/ 205993 h 491692"/>
              <a:gd name="connsiteX2" fmla="*/ 12192177 w 12192177"/>
              <a:gd name="connsiteY2" fmla="*/ 0 h 491692"/>
              <a:gd name="connsiteX3" fmla="*/ 12188799 w 12192177"/>
              <a:gd name="connsiteY3" fmla="*/ 491692 h 491692"/>
              <a:gd name="connsiteX4" fmla="*/ 5227 w 12192177"/>
              <a:gd name="connsiteY4" fmla="*/ 491692 h 491692"/>
              <a:gd name="connsiteX0" fmla="*/ 5227 w 12192177"/>
              <a:gd name="connsiteY0" fmla="*/ 491692 h 494911"/>
              <a:gd name="connsiteX1" fmla="*/ 0 w 12192177"/>
              <a:gd name="connsiteY1" fmla="*/ 205993 h 494911"/>
              <a:gd name="connsiteX2" fmla="*/ 12192177 w 12192177"/>
              <a:gd name="connsiteY2" fmla="*/ 0 h 494911"/>
              <a:gd name="connsiteX3" fmla="*/ 12192019 w 12192177"/>
              <a:gd name="connsiteY3" fmla="*/ 494911 h 494911"/>
              <a:gd name="connsiteX4" fmla="*/ 5227 w 12192177"/>
              <a:gd name="connsiteY4" fmla="*/ 491692 h 494911"/>
              <a:gd name="connsiteX0" fmla="*/ 5227 w 12192177"/>
              <a:gd name="connsiteY0" fmla="*/ 475594 h 478813"/>
              <a:gd name="connsiteX1" fmla="*/ 0 w 12192177"/>
              <a:gd name="connsiteY1" fmla="*/ 189895 h 478813"/>
              <a:gd name="connsiteX2" fmla="*/ 12192177 w 12192177"/>
              <a:gd name="connsiteY2" fmla="*/ 0 h 478813"/>
              <a:gd name="connsiteX3" fmla="*/ 12192019 w 12192177"/>
              <a:gd name="connsiteY3" fmla="*/ 478813 h 478813"/>
              <a:gd name="connsiteX4" fmla="*/ 5227 w 12192177"/>
              <a:gd name="connsiteY4" fmla="*/ 475594 h 478813"/>
              <a:gd name="connsiteX0" fmla="*/ 22287 w 12209237"/>
              <a:gd name="connsiteY0" fmla="*/ 475594 h 478813"/>
              <a:gd name="connsiteX1" fmla="*/ 0 w 12209237"/>
              <a:gd name="connsiteY1" fmla="*/ 220603 h 478813"/>
              <a:gd name="connsiteX2" fmla="*/ 12209237 w 12209237"/>
              <a:gd name="connsiteY2" fmla="*/ 0 h 478813"/>
              <a:gd name="connsiteX3" fmla="*/ 12209079 w 12209237"/>
              <a:gd name="connsiteY3" fmla="*/ 478813 h 478813"/>
              <a:gd name="connsiteX4" fmla="*/ 22287 w 12209237"/>
              <a:gd name="connsiteY4" fmla="*/ 475594 h 478813"/>
              <a:gd name="connsiteX0" fmla="*/ 1815 w 12188765"/>
              <a:gd name="connsiteY0" fmla="*/ 475594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1815 w 12188765"/>
              <a:gd name="connsiteY4" fmla="*/ 475594 h 478813"/>
              <a:gd name="connsiteX0" fmla="*/ 369 w 12190731"/>
              <a:gd name="connsiteY0" fmla="*/ 479006 h 479006"/>
              <a:gd name="connsiteX1" fmla="*/ 1966 w 12190731"/>
              <a:gd name="connsiteY1" fmla="*/ 183072 h 479006"/>
              <a:gd name="connsiteX2" fmla="*/ 12190731 w 12190731"/>
              <a:gd name="connsiteY2" fmla="*/ 0 h 479006"/>
              <a:gd name="connsiteX3" fmla="*/ 12190573 w 12190731"/>
              <a:gd name="connsiteY3" fmla="*/ 478813 h 479006"/>
              <a:gd name="connsiteX4" fmla="*/ 369 w 12190731"/>
              <a:gd name="connsiteY4" fmla="*/ 479006 h 479006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0 w 12190362"/>
              <a:gd name="connsiteY0" fmla="*/ 475594 h 478813"/>
              <a:gd name="connsiteX1" fmla="*/ 1597 w 12190362"/>
              <a:gd name="connsiteY1" fmla="*/ 183072 h 478813"/>
              <a:gd name="connsiteX2" fmla="*/ 12190362 w 12190362"/>
              <a:gd name="connsiteY2" fmla="*/ 0 h 478813"/>
              <a:gd name="connsiteX3" fmla="*/ 12190204 w 12190362"/>
              <a:gd name="connsiteY3" fmla="*/ 478813 h 478813"/>
              <a:gd name="connsiteX4" fmla="*/ 0 w 12190362"/>
              <a:gd name="connsiteY4" fmla="*/ 475594 h 478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0362" h="478813">
                <a:moveTo>
                  <a:pt x="0" y="475594"/>
                </a:moveTo>
                <a:cubicBezTo>
                  <a:pt x="1670" y="482720"/>
                  <a:pt x="3339" y="278305"/>
                  <a:pt x="1597" y="183072"/>
                </a:cubicBezTo>
                <a:lnTo>
                  <a:pt x="12190362" y="0"/>
                </a:lnTo>
                <a:cubicBezTo>
                  <a:pt x="12190309" y="164970"/>
                  <a:pt x="12190257" y="313843"/>
                  <a:pt x="12190204" y="478813"/>
                </a:cubicBezTo>
                <a:lnTo>
                  <a:pt x="0" y="47559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6" name="Textfeld 28">
            <a:extLst>
              <a:ext uri="{FF2B5EF4-FFF2-40B4-BE49-F238E27FC236}">
                <a16:creationId xmlns:a16="http://schemas.microsoft.com/office/drawing/2014/main" id="{5BDAF4E6-6D68-44C5-BABA-E376DEA65436}"/>
              </a:ext>
            </a:extLst>
          </p:cNvPr>
          <p:cNvSpPr txBox="1"/>
          <p:nvPr userDrawn="1"/>
        </p:nvSpPr>
        <p:spPr>
          <a:xfrm>
            <a:off x="515939" y="6611938"/>
            <a:ext cx="3484562" cy="1280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noProof="0" dirty="0">
                <a:solidFill>
                  <a:schemeClr val="accent3"/>
                </a:solidFill>
                <a:latin typeface="+mj-lt"/>
                <a:ea typeface="Roboto" panose="02000000000000000000" pitchFamily="2" charset="0"/>
              </a:rPr>
              <a:t>© 2026 Bruker</a:t>
            </a:r>
          </a:p>
        </p:txBody>
      </p:sp>
      <p:sp>
        <p:nvSpPr>
          <p:cNvPr id="48" name="Textplatzhalter 3">
            <a:extLst>
              <a:ext uri="{FF2B5EF4-FFF2-40B4-BE49-F238E27FC236}">
                <a16:creationId xmlns:a16="http://schemas.microsoft.com/office/drawing/2014/main" id="{B4FD5F9F-E446-4BF5-A57D-6634A5E8E1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9" y="296863"/>
            <a:ext cx="9420224" cy="13465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accent2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100 characters</a:t>
            </a:r>
          </a:p>
        </p:txBody>
      </p:sp>
      <p:sp>
        <p:nvSpPr>
          <p:cNvPr id="12" name="Titelplatzhalter 1">
            <a:extLst>
              <a:ext uri="{FF2B5EF4-FFF2-40B4-BE49-F238E27FC236}">
                <a16:creationId xmlns:a16="http://schemas.microsoft.com/office/drawing/2014/main" id="{B024D9C6-40E1-456A-B101-0BF21E6F2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05635"/>
            <a:ext cx="9420225" cy="664797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Click to edit Master title with a maximum of </a:t>
            </a:r>
            <a:br>
              <a:rPr lang="en-US" noProof="0" dirty="0"/>
            </a:br>
            <a:r>
              <a:rPr lang="en-US" noProof="0" dirty="0"/>
              <a:t>approx. 120 characters in maximum two lines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FAB3B0C1-BC1E-4425-A8E8-E02CE9650E7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15937" y="2210577"/>
            <a:ext cx="11160126" cy="3990198"/>
          </a:xfrm>
        </p:spPr>
        <p:txBody>
          <a:bodyPr t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86EF8F62-05CB-4821-BA3D-ECB4331436A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15937" y="1592261"/>
            <a:ext cx="11160126" cy="61567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35000"/>
              <a:buFont typeface="Roboto Light" panose="02000000000000000000" pitchFamily="2" charset="0"/>
              <a:buNone/>
              <a:tabLst/>
              <a:defRPr/>
            </a:pPr>
            <a:r>
              <a:rPr lang="en-US" dirty="0"/>
              <a:t>Click to edit Master subtitle with a maximum of </a:t>
            </a:r>
            <a:br>
              <a:rPr lang="en-US" dirty="0"/>
            </a:br>
            <a:r>
              <a:rPr lang="en-US" dirty="0"/>
              <a:t>approx. 180 characters in maximum two lines</a:t>
            </a:r>
          </a:p>
        </p:txBody>
      </p:sp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0A7EE14C-A228-4D08-9CC1-5215F60B28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0579" y="6611112"/>
            <a:ext cx="979694" cy="128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4E385524-8DEC-4C72-9454-A63AB4D05667}" type="datetime3">
              <a:rPr lang="en-US" smtClean="0"/>
              <a:t>5 May 2026</a:t>
            </a:fld>
            <a:endParaRPr lang="en-US" dirty="0"/>
          </a:p>
        </p:txBody>
      </p:sp>
      <p:sp>
        <p:nvSpPr>
          <p:cNvPr id="19" name="Foliennummernplatzhalter 5">
            <a:extLst>
              <a:ext uri="{FF2B5EF4-FFF2-40B4-BE49-F238E27FC236}">
                <a16:creationId xmlns:a16="http://schemas.microsoft.com/office/drawing/2014/main" id="{981180F7-7F67-4206-8EB1-F8B4CEC6AF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611112"/>
            <a:ext cx="291782" cy="12801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20213A-032B-FE42-940A-86A4C9AC44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D17D85AB-0A09-4C1E-AE65-000984187A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1338" y="6611112"/>
            <a:ext cx="5925232" cy="128016"/>
          </a:xfrm>
          <a:prstGeom prst="rect">
            <a:avLst/>
          </a:prstGeom>
        </p:spPr>
        <p:txBody>
          <a:bodyPr vert="horz" lIns="0" tIns="0" rIns="4572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Innovation with Integrity</a:t>
            </a:r>
            <a:endParaRPr lang="en-US" dirty="0"/>
          </a:p>
        </p:txBody>
      </p:sp>
      <p:sp>
        <p:nvSpPr>
          <p:cNvPr id="21" name="Datumsplatzhalter 3">
            <a:extLst>
              <a:ext uri="{FF2B5EF4-FFF2-40B4-BE49-F238E27FC236}">
                <a16:creationId xmlns:a16="http://schemas.microsoft.com/office/drawing/2014/main" id="{30447930-985B-42F5-8EBA-31CDCCEB4BED}"/>
              </a:ext>
            </a:extLst>
          </p:cNvPr>
          <p:cNvSpPr txBox="1">
            <a:spLocks/>
          </p:cNvSpPr>
          <p:nvPr userDrawn="1"/>
        </p:nvSpPr>
        <p:spPr>
          <a:xfrm>
            <a:off x="11320272" y="6608530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latin typeface="+mj-lt"/>
              </a:rPr>
              <a:t>|</a:t>
            </a:r>
          </a:p>
        </p:txBody>
      </p:sp>
      <p:sp>
        <p:nvSpPr>
          <p:cNvPr id="22" name="Datumsplatzhalter 3">
            <a:extLst>
              <a:ext uri="{FF2B5EF4-FFF2-40B4-BE49-F238E27FC236}">
                <a16:creationId xmlns:a16="http://schemas.microsoft.com/office/drawing/2014/main" id="{CF4C4462-42F3-4C88-93CB-9497E71C49D0}"/>
              </a:ext>
            </a:extLst>
          </p:cNvPr>
          <p:cNvSpPr txBox="1">
            <a:spLocks/>
          </p:cNvSpPr>
          <p:nvPr userDrawn="1"/>
        </p:nvSpPr>
        <p:spPr>
          <a:xfrm>
            <a:off x="10276570" y="6611112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latin typeface="+mj-lt"/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9494512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umn with 2 Pictures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rapez 1">
            <a:extLst>
              <a:ext uri="{FF2B5EF4-FFF2-40B4-BE49-F238E27FC236}">
                <a16:creationId xmlns:a16="http://schemas.microsoft.com/office/drawing/2014/main" id="{E26247D5-7FB8-3249-9F5E-7D09FAEF23E9}"/>
              </a:ext>
            </a:extLst>
          </p:cNvPr>
          <p:cNvSpPr/>
          <p:nvPr userDrawn="1"/>
        </p:nvSpPr>
        <p:spPr>
          <a:xfrm>
            <a:off x="0" y="6382800"/>
            <a:ext cx="12192000" cy="478813"/>
          </a:xfrm>
          <a:custGeom>
            <a:avLst/>
            <a:gdLst>
              <a:gd name="connsiteX0" fmla="*/ 0 w 12192000"/>
              <a:gd name="connsiteY0" fmla="*/ 512762 h 512762"/>
              <a:gd name="connsiteX1" fmla="*/ 128191 w 12192000"/>
              <a:gd name="connsiteY1" fmla="*/ 0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2000"/>
              <a:gd name="connsiteY0" fmla="*/ 512762 h 512762"/>
              <a:gd name="connsiteX1" fmla="*/ 3201 w 12192000"/>
              <a:gd name="connsiteY1" fmla="*/ 256559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5378"/>
              <a:gd name="connsiteY0" fmla="*/ 512762 h 512762"/>
              <a:gd name="connsiteX1" fmla="*/ 3201 w 12195378"/>
              <a:gd name="connsiteY1" fmla="*/ 256559 h 512762"/>
              <a:gd name="connsiteX2" fmla="*/ 12195378 w 12195378"/>
              <a:gd name="connsiteY2" fmla="*/ 0 h 512762"/>
              <a:gd name="connsiteX3" fmla="*/ 12192000 w 12195378"/>
              <a:gd name="connsiteY3" fmla="*/ 512762 h 512762"/>
              <a:gd name="connsiteX4" fmla="*/ 0 w 12195378"/>
              <a:gd name="connsiteY4" fmla="*/ 512762 h 512762"/>
              <a:gd name="connsiteX0" fmla="*/ 0 w 12208020"/>
              <a:gd name="connsiteY0" fmla="*/ 479051 h 479051"/>
              <a:gd name="connsiteX1" fmla="*/ 3201 w 12208020"/>
              <a:gd name="connsiteY1" fmla="*/ 222848 h 479051"/>
              <a:gd name="connsiteX2" fmla="*/ 12208020 w 12208020"/>
              <a:gd name="connsiteY2" fmla="*/ 0 h 479051"/>
              <a:gd name="connsiteX3" fmla="*/ 12192000 w 12208020"/>
              <a:gd name="connsiteY3" fmla="*/ 479051 h 479051"/>
              <a:gd name="connsiteX4" fmla="*/ 0 w 12208020"/>
              <a:gd name="connsiteY4" fmla="*/ 479051 h 479051"/>
              <a:gd name="connsiteX0" fmla="*/ 0 w 12195378"/>
              <a:gd name="connsiteY0" fmla="*/ 491692 h 491692"/>
              <a:gd name="connsiteX1" fmla="*/ 3201 w 12195378"/>
              <a:gd name="connsiteY1" fmla="*/ 235489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7415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3201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5227 w 12192177"/>
              <a:gd name="connsiteY0" fmla="*/ 491692 h 491692"/>
              <a:gd name="connsiteX1" fmla="*/ 0 w 12192177"/>
              <a:gd name="connsiteY1" fmla="*/ 205993 h 491692"/>
              <a:gd name="connsiteX2" fmla="*/ 12192177 w 12192177"/>
              <a:gd name="connsiteY2" fmla="*/ 0 h 491692"/>
              <a:gd name="connsiteX3" fmla="*/ 12188799 w 12192177"/>
              <a:gd name="connsiteY3" fmla="*/ 491692 h 491692"/>
              <a:gd name="connsiteX4" fmla="*/ 5227 w 12192177"/>
              <a:gd name="connsiteY4" fmla="*/ 491692 h 491692"/>
              <a:gd name="connsiteX0" fmla="*/ 5227 w 12192177"/>
              <a:gd name="connsiteY0" fmla="*/ 491692 h 494911"/>
              <a:gd name="connsiteX1" fmla="*/ 0 w 12192177"/>
              <a:gd name="connsiteY1" fmla="*/ 205993 h 494911"/>
              <a:gd name="connsiteX2" fmla="*/ 12192177 w 12192177"/>
              <a:gd name="connsiteY2" fmla="*/ 0 h 494911"/>
              <a:gd name="connsiteX3" fmla="*/ 12192019 w 12192177"/>
              <a:gd name="connsiteY3" fmla="*/ 494911 h 494911"/>
              <a:gd name="connsiteX4" fmla="*/ 5227 w 12192177"/>
              <a:gd name="connsiteY4" fmla="*/ 491692 h 494911"/>
              <a:gd name="connsiteX0" fmla="*/ 5227 w 12192177"/>
              <a:gd name="connsiteY0" fmla="*/ 475594 h 478813"/>
              <a:gd name="connsiteX1" fmla="*/ 0 w 12192177"/>
              <a:gd name="connsiteY1" fmla="*/ 189895 h 478813"/>
              <a:gd name="connsiteX2" fmla="*/ 12192177 w 12192177"/>
              <a:gd name="connsiteY2" fmla="*/ 0 h 478813"/>
              <a:gd name="connsiteX3" fmla="*/ 12192019 w 12192177"/>
              <a:gd name="connsiteY3" fmla="*/ 478813 h 478813"/>
              <a:gd name="connsiteX4" fmla="*/ 5227 w 12192177"/>
              <a:gd name="connsiteY4" fmla="*/ 475594 h 478813"/>
              <a:gd name="connsiteX0" fmla="*/ 22287 w 12209237"/>
              <a:gd name="connsiteY0" fmla="*/ 475594 h 478813"/>
              <a:gd name="connsiteX1" fmla="*/ 0 w 12209237"/>
              <a:gd name="connsiteY1" fmla="*/ 220603 h 478813"/>
              <a:gd name="connsiteX2" fmla="*/ 12209237 w 12209237"/>
              <a:gd name="connsiteY2" fmla="*/ 0 h 478813"/>
              <a:gd name="connsiteX3" fmla="*/ 12209079 w 12209237"/>
              <a:gd name="connsiteY3" fmla="*/ 478813 h 478813"/>
              <a:gd name="connsiteX4" fmla="*/ 22287 w 12209237"/>
              <a:gd name="connsiteY4" fmla="*/ 475594 h 478813"/>
              <a:gd name="connsiteX0" fmla="*/ 1815 w 12188765"/>
              <a:gd name="connsiteY0" fmla="*/ 475594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1815 w 12188765"/>
              <a:gd name="connsiteY4" fmla="*/ 475594 h 478813"/>
              <a:gd name="connsiteX0" fmla="*/ 369 w 12190731"/>
              <a:gd name="connsiteY0" fmla="*/ 479006 h 479006"/>
              <a:gd name="connsiteX1" fmla="*/ 1966 w 12190731"/>
              <a:gd name="connsiteY1" fmla="*/ 183072 h 479006"/>
              <a:gd name="connsiteX2" fmla="*/ 12190731 w 12190731"/>
              <a:gd name="connsiteY2" fmla="*/ 0 h 479006"/>
              <a:gd name="connsiteX3" fmla="*/ 12190573 w 12190731"/>
              <a:gd name="connsiteY3" fmla="*/ 478813 h 479006"/>
              <a:gd name="connsiteX4" fmla="*/ 369 w 12190731"/>
              <a:gd name="connsiteY4" fmla="*/ 479006 h 479006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0 w 12190362"/>
              <a:gd name="connsiteY0" fmla="*/ 475594 h 478813"/>
              <a:gd name="connsiteX1" fmla="*/ 1597 w 12190362"/>
              <a:gd name="connsiteY1" fmla="*/ 183072 h 478813"/>
              <a:gd name="connsiteX2" fmla="*/ 12190362 w 12190362"/>
              <a:gd name="connsiteY2" fmla="*/ 0 h 478813"/>
              <a:gd name="connsiteX3" fmla="*/ 12190204 w 12190362"/>
              <a:gd name="connsiteY3" fmla="*/ 478813 h 478813"/>
              <a:gd name="connsiteX4" fmla="*/ 0 w 12190362"/>
              <a:gd name="connsiteY4" fmla="*/ 475594 h 478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0362" h="478813">
                <a:moveTo>
                  <a:pt x="0" y="475594"/>
                </a:moveTo>
                <a:cubicBezTo>
                  <a:pt x="1670" y="482720"/>
                  <a:pt x="3339" y="278305"/>
                  <a:pt x="1597" y="183072"/>
                </a:cubicBezTo>
                <a:lnTo>
                  <a:pt x="12190362" y="0"/>
                </a:lnTo>
                <a:cubicBezTo>
                  <a:pt x="12190309" y="164970"/>
                  <a:pt x="12190257" y="313843"/>
                  <a:pt x="12190204" y="478813"/>
                </a:cubicBezTo>
                <a:lnTo>
                  <a:pt x="0" y="47559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2" name="Textfeld 28">
            <a:extLst>
              <a:ext uri="{FF2B5EF4-FFF2-40B4-BE49-F238E27FC236}">
                <a16:creationId xmlns:a16="http://schemas.microsoft.com/office/drawing/2014/main" id="{14B60836-9087-4AD6-9086-550A4A54CF90}"/>
              </a:ext>
            </a:extLst>
          </p:cNvPr>
          <p:cNvSpPr txBox="1"/>
          <p:nvPr userDrawn="1"/>
        </p:nvSpPr>
        <p:spPr>
          <a:xfrm>
            <a:off x="515939" y="6611938"/>
            <a:ext cx="3484562" cy="1280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noProof="0" dirty="0">
                <a:solidFill>
                  <a:schemeClr val="accent3"/>
                </a:solidFill>
                <a:latin typeface="+mj-lt"/>
                <a:ea typeface="Roboto" panose="02000000000000000000" pitchFamily="2" charset="0"/>
              </a:rPr>
              <a:t>© 2026 Bruker</a:t>
            </a:r>
          </a:p>
        </p:txBody>
      </p:sp>
      <p:sp>
        <p:nvSpPr>
          <p:cNvPr id="18" name="Textplatzhalter 3">
            <a:extLst>
              <a:ext uri="{FF2B5EF4-FFF2-40B4-BE49-F238E27FC236}">
                <a16:creationId xmlns:a16="http://schemas.microsoft.com/office/drawing/2014/main" id="{CD0720ED-B30A-489C-868F-1E3770C64D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9" y="296863"/>
            <a:ext cx="9420224" cy="13465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accent2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100 characters</a:t>
            </a:r>
          </a:p>
        </p:txBody>
      </p:sp>
      <p:sp>
        <p:nvSpPr>
          <p:cNvPr id="20" name="Titelplatzhalter 1">
            <a:extLst>
              <a:ext uri="{FF2B5EF4-FFF2-40B4-BE49-F238E27FC236}">
                <a16:creationId xmlns:a16="http://schemas.microsoft.com/office/drawing/2014/main" id="{3E75399A-3469-48C5-8D5D-7958975332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05635"/>
            <a:ext cx="9420225" cy="664797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/>
          <a:p>
            <a:pPr lvl="0"/>
            <a:r>
              <a:rPr lang="en-US" noProof="0" dirty="0"/>
              <a:t>Click to edit Master title with a maximum of </a:t>
            </a:r>
            <a:br>
              <a:rPr lang="en-US" noProof="0" dirty="0"/>
            </a:br>
            <a:r>
              <a:rPr lang="en-US" noProof="0" dirty="0"/>
              <a:t>approx. 120 characters in maximum two lines</a:t>
            </a:r>
          </a:p>
        </p:txBody>
      </p:sp>
      <p:sp>
        <p:nvSpPr>
          <p:cNvPr id="24" name="Content Placeholder 4">
            <a:extLst>
              <a:ext uri="{FF2B5EF4-FFF2-40B4-BE49-F238E27FC236}">
                <a16:creationId xmlns:a16="http://schemas.microsoft.com/office/drawing/2014/main" id="{4FD2095E-3337-4057-92A2-4038248C47C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15939" y="1592635"/>
            <a:ext cx="3484562" cy="4608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E5C0D93-75D2-470E-BEAC-980E29256F9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351338" y="1592261"/>
            <a:ext cx="3482975" cy="3485866"/>
          </a:xfrm>
        </p:spPr>
        <p:txBody>
          <a:bodyPr/>
          <a:lstStyle>
            <a:lvl1pPr marL="0" indent="0">
              <a:buNone/>
              <a:defRPr i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Datumsplatzhalter 3">
            <a:extLst>
              <a:ext uri="{FF2B5EF4-FFF2-40B4-BE49-F238E27FC236}">
                <a16:creationId xmlns:a16="http://schemas.microsoft.com/office/drawing/2014/main" id="{26CFFD13-1B37-41A9-BE04-A2910FF338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0579" y="6611112"/>
            <a:ext cx="979694" cy="128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FEF56C88-2D2D-49FC-A06E-61C8C29E1D2F}" type="datetime3">
              <a:rPr lang="en-US" smtClean="0"/>
              <a:t>5 May 2026</a:t>
            </a:fld>
            <a:endParaRPr lang="en-US" dirty="0"/>
          </a:p>
        </p:txBody>
      </p:sp>
      <p:sp>
        <p:nvSpPr>
          <p:cNvPr id="23" name="Foliennummernplatzhalter 5">
            <a:extLst>
              <a:ext uri="{FF2B5EF4-FFF2-40B4-BE49-F238E27FC236}">
                <a16:creationId xmlns:a16="http://schemas.microsoft.com/office/drawing/2014/main" id="{8448B5CB-B336-414C-A94E-7523541696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611112"/>
            <a:ext cx="291782" cy="12801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20213A-032B-FE42-940A-86A4C9AC44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F23ED1C9-2EE4-46F5-BCA2-AF314D53BE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1338" y="6611112"/>
            <a:ext cx="5925232" cy="128016"/>
          </a:xfrm>
          <a:prstGeom prst="rect">
            <a:avLst/>
          </a:prstGeom>
        </p:spPr>
        <p:txBody>
          <a:bodyPr vert="horz" lIns="0" tIns="0" rIns="4572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Innovation with Integrity</a:t>
            </a:r>
            <a:endParaRPr lang="en-US" dirty="0"/>
          </a:p>
        </p:txBody>
      </p:sp>
      <p:sp>
        <p:nvSpPr>
          <p:cNvPr id="30" name="Datumsplatzhalter 3">
            <a:extLst>
              <a:ext uri="{FF2B5EF4-FFF2-40B4-BE49-F238E27FC236}">
                <a16:creationId xmlns:a16="http://schemas.microsoft.com/office/drawing/2014/main" id="{1AA06B32-FCD2-40CE-8221-CEF1B23AB660}"/>
              </a:ext>
            </a:extLst>
          </p:cNvPr>
          <p:cNvSpPr txBox="1">
            <a:spLocks/>
          </p:cNvSpPr>
          <p:nvPr userDrawn="1"/>
        </p:nvSpPr>
        <p:spPr>
          <a:xfrm>
            <a:off x="11320272" y="6608530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latin typeface="+mj-lt"/>
              </a:rPr>
              <a:t>|</a:t>
            </a:r>
          </a:p>
        </p:txBody>
      </p:sp>
      <p:sp>
        <p:nvSpPr>
          <p:cNvPr id="31" name="Datumsplatzhalter 3">
            <a:extLst>
              <a:ext uri="{FF2B5EF4-FFF2-40B4-BE49-F238E27FC236}">
                <a16:creationId xmlns:a16="http://schemas.microsoft.com/office/drawing/2014/main" id="{444F65B9-AE8C-4FBE-A3D0-3CFF89296FA5}"/>
              </a:ext>
            </a:extLst>
          </p:cNvPr>
          <p:cNvSpPr txBox="1">
            <a:spLocks/>
          </p:cNvSpPr>
          <p:nvPr userDrawn="1"/>
        </p:nvSpPr>
        <p:spPr>
          <a:xfrm>
            <a:off x="10276570" y="6611112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latin typeface="+mj-lt"/>
              </a:rPr>
              <a:t>|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B2F07E81-ECF0-4E16-88FB-297045B7B9F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193088" y="1592261"/>
            <a:ext cx="3482975" cy="3485866"/>
          </a:xfrm>
        </p:spPr>
        <p:txBody>
          <a:bodyPr/>
          <a:lstStyle>
            <a:lvl1pPr marL="0" indent="0">
              <a:buNone/>
              <a:defRPr i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C34797F4-61C6-455C-8BFA-5E6860B1A708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4349751" y="5078127"/>
            <a:ext cx="3484562" cy="1122647"/>
          </a:xfrm>
        </p:spPr>
        <p:txBody>
          <a:bodyPr tIns="182880"/>
          <a:lstStyle>
            <a:lvl1pPr marL="0" indent="0">
              <a:buNone/>
              <a:defRPr sz="1400"/>
            </a:lvl1pPr>
            <a:lvl2pPr marL="297216" indent="0">
              <a:buNone/>
              <a:defRPr/>
            </a:lvl2pPr>
            <a:lvl3pPr marL="589824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43DFB8B9-75ED-4BF5-841E-476EBF9E91D8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8191501" y="5078127"/>
            <a:ext cx="3484562" cy="1122647"/>
          </a:xfrm>
        </p:spPr>
        <p:txBody>
          <a:bodyPr tIns="182880"/>
          <a:lstStyle>
            <a:lvl1pPr marL="0" indent="0">
              <a:buNone/>
              <a:defRPr sz="1400"/>
            </a:lvl1pPr>
            <a:lvl2pPr marL="297216" indent="0">
              <a:buNone/>
              <a:defRPr/>
            </a:lvl2pPr>
            <a:lvl3pPr marL="589824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84494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umn Subtitle with 2 Pictures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rapez 1">
            <a:extLst>
              <a:ext uri="{FF2B5EF4-FFF2-40B4-BE49-F238E27FC236}">
                <a16:creationId xmlns:a16="http://schemas.microsoft.com/office/drawing/2014/main" id="{E26247D5-7FB8-3249-9F5E-7D09FAEF23E9}"/>
              </a:ext>
            </a:extLst>
          </p:cNvPr>
          <p:cNvSpPr/>
          <p:nvPr userDrawn="1"/>
        </p:nvSpPr>
        <p:spPr>
          <a:xfrm>
            <a:off x="0" y="6382800"/>
            <a:ext cx="12192000" cy="478813"/>
          </a:xfrm>
          <a:custGeom>
            <a:avLst/>
            <a:gdLst>
              <a:gd name="connsiteX0" fmla="*/ 0 w 12192000"/>
              <a:gd name="connsiteY0" fmla="*/ 512762 h 512762"/>
              <a:gd name="connsiteX1" fmla="*/ 128191 w 12192000"/>
              <a:gd name="connsiteY1" fmla="*/ 0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2000"/>
              <a:gd name="connsiteY0" fmla="*/ 512762 h 512762"/>
              <a:gd name="connsiteX1" fmla="*/ 3201 w 12192000"/>
              <a:gd name="connsiteY1" fmla="*/ 256559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5378"/>
              <a:gd name="connsiteY0" fmla="*/ 512762 h 512762"/>
              <a:gd name="connsiteX1" fmla="*/ 3201 w 12195378"/>
              <a:gd name="connsiteY1" fmla="*/ 256559 h 512762"/>
              <a:gd name="connsiteX2" fmla="*/ 12195378 w 12195378"/>
              <a:gd name="connsiteY2" fmla="*/ 0 h 512762"/>
              <a:gd name="connsiteX3" fmla="*/ 12192000 w 12195378"/>
              <a:gd name="connsiteY3" fmla="*/ 512762 h 512762"/>
              <a:gd name="connsiteX4" fmla="*/ 0 w 12195378"/>
              <a:gd name="connsiteY4" fmla="*/ 512762 h 512762"/>
              <a:gd name="connsiteX0" fmla="*/ 0 w 12208020"/>
              <a:gd name="connsiteY0" fmla="*/ 479051 h 479051"/>
              <a:gd name="connsiteX1" fmla="*/ 3201 w 12208020"/>
              <a:gd name="connsiteY1" fmla="*/ 222848 h 479051"/>
              <a:gd name="connsiteX2" fmla="*/ 12208020 w 12208020"/>
              <a:gd name="connsiteY2" fmla="*/ 0 h 479051"/>
              <a:gd name="connsiteX3" fmla="*/ 12192000 w 12208020"/>
              <a:gd name="connsiteY3" fmla="*/ 479051 h 479051"/>
              <a:gd name="connsiteX4" fmla="*/ 0 w 12208020"/>
              <a:gd name="connsiteY4" fmla="*/ 479051 h 479051"/>
              <a:gd name="connsiteX0" fmla="*/ 0 w 12195378"/>
              <a:gd name="connsiteY0" fmla="*/ 491692 h 491692"/>
              <a:gd name="connsiteX1" fmla="*/ 3201 w 12195378"/>
              <a:gd name="connsiteY1" fmla="*/ 235489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7415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3201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5227 w 12192177"/>
              <a:gd name="connsiteY0" fmla="*/ 491692 h 491692"/>
              <a:gd name="connsiteX1" fmla="*/ 0 w 12192177"/>
              <a:gd name="connsiteY1" fmla="*/ 205993 h 491692"/>
              <a:gd name="connsiteX2" fmla="*/ 12192177 w 12192177"/>
              <a:gd name="connsiteY2" fmla="*/ 0 h 491692"/>
              <a:gd name="connsiteX3" fmla="*/ 12188799 w 12192177"/>
              <a:gd name="connsiteY3" fmla="*/ 491692 h 491692"/>
              <a:gd name="connsiteX4" fmla="*/ 5227 w 12192177"/>
              <a:gd name="connsiteY4" fmla="*/ 491692 h 491692"/>
              <a:gd name="connsiteX0" fmla="*/ 5227 w 12192177"/>
              <a:gd name="connsiteY0" fmla="*/ 491692 h 494911"/>
              <a:gd name="connsiteX1" fmla="*/ 0 w 12192177"/>
              <a:gd name="connsiteY1" fmla="*/ 205993 h 494911"/>
              <a:gd name="connsiteX2" fmla="*/ 12192177 w 12192177"/>
              <a:gd name="connsiteY2" fmla="*/ 0 h 494911"/>
              <a:gd name="connsiteX3" fmla="*/ 12192019 w 12192177"/>
              <a:gd name="connsiteY3" fmla="*/ 494911 h 494911"/>
              <a:gd name="connsiteX4" fmla="*/ 5227 w 12192177"/>
              <a:gd name="connsiteY4" fmla="*/ 491692 h 494911"/>
              <a:gd name="connsiteX0" fmla="*/ 5227 w 12192177"/>
              <a:gd name="connsiteY0" fmla="*/ 475594 h 478813"/>
              <a:gd name="connsiteX1" fmla="*/ 0 w 12192177"/>
              <a:gd name="connsiteY1" fmla="*/ 189895 h 478813"/>
              <a:gd name="connsiteX2" fmla="*/ 12192177 w 12192177"/>
              <a:gd name="connsiteY2" fmla="*/ 0 h 478813"/>
              <a:gd name="connsiteX3" fmla="*/ 12192019 w 12192177"/>
              <a:gd name="connsiteY3" fmla="*/ 478813 h 478813"/>
              <a:gd name="connsiteX4" fmla="*/ 5227 w 12192177"/>
              <a:gd name="connsiteY4" fmla="*/ 475594 h 478813"/>
              <a:gd name="connsiteX0" fmla="*/ 22287 w 12209237"/>
              <a:gd name="connsiteY0" fmla="*/ 475594 h 478813"/>
              <a:gd name="connsiteX1" fmla="*/ 0 w 12209237"/>
              <a:gd name="connsiteY1" fmla="*/ 220603 h 478813"/>
              <a:gd name="connsiteX2" fmla="*/ 12209237 w 12209237"/>
              <a:gd name="connsiteY2" fmla="*/ 0 h 478813"/>
              <a:gd name="connsiteX3" fmla="*/ 12209079 w 12209237"/>
              <a:gd name="connsiteY3" fmla="*/ 478813 h 478813"/>
              <a:gd name="connsiteX4" fmla="*/ 22287 w 12209237"/>
              <a:gd name="connsiteY4" fmla="*/ 475594 h 478813"/>
              <a:gd name="connsiteX0" fmla="*/ 1815 w 12188765"/>
              <a:gd name="connsiteY0" fmla="*/ 475594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1815 w 12188765"/>
              <a:gd name="connsiteY4" fmla="*/ 475594 h 478813"/>
              <a:gd name="connsiteX0" fmla="*/ 369 w 12190731"/>
              <a:gd name="connsiteY0" fmla="*/ 479006 h 479006"/>
              <a:gd name="connsiteX1" fmla="*/ 1966 w 12190731"/>
              <a:gd name="connsiteY1" fmla="*/ 183072 h 479006"/>
              <a:gd name="connsiteX2" fmla="*/ 12190731 w 12190731"/>
              <a:gd name="connsiteY2" fmla="*/ 0 h 479006"/>
              <a:gd name="connsiteX3" fmla="*/ 12190573 w 12190731"/>
              <a:gd name="connsiteY3" fmla="*/ 478813 h 479006"/>
              <a:gd name="connsiteX4" fmla="*/ 369 w 12190731"/>
              <a:gd name="connsiteY4" fmla="*/ 479006 h 479006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0 w 12190362"/>
              <a:gd name="connsiteY0" fmla="*/ 475594 h 478813"/>
              <a:gd name="connsiteX1" fmla="*/ 1597 w 12190362"/>
              <a:gd name="connsiteY1" fmla="*/ 183072 h 478813"/>
              <a:gd name="connsiteX2" fmla="*/ 12190362 w 12190362"/>
              <a:gd name="connsiteY2" fmla="*/ 0 h 478813"/>
              <a:gd name="connsiteX3" fmla="*/ 12190204 w 12190362"/>
              <a:gd name="connsiteY3" fmla="*/ 478813 h 478813"/>
              <a:gd name="connsiteX4" fmla="*/ 0 w 12190362"/>
              <a:gd name="connsiteY4" fmla="*/ 475594 h 478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0362" h="478813">
                <a:moveTo>
                  <a:pt x="0" y="475594"/>
                </a:moveTo>
                <a:cubicBezTo>
                  <a:pt x="1670" y="482720"/>
                  <a:pt x="3339" y="278305"/>
                  <a:pt x="1597" y="183072"/>
                </a:cubicBezTo>
                <a:lnTo>
                  <a:pt x="12190362" y="0"/>
                </a:lnTo>
                <a:cubicBezTo>
                  <a:pt x="12190309" y="164970"/>
                  <a:pt x="12190257" y="313843"/>
                  <a:pt x="12190204" y="478813"/>
                </a:cubicBezTo>
                <a:lnTo>
                  <a:pt x="0" y="47559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2" name="Textfeld 28">
            <a:extLst>
              <a:ext uri="{FF2B5EF4-FFF2-40B4-BE49-F238E27FC236}">
                <a16:creationId xmlns:a16="http://schemas.microsoft.com/office/drawing/2014/main" id="{14B60836-9087-4AD6-9086-550A4A54CF90}"/>
              </a:ext>
            </a:extLst>
          </p:cNvPr>
          <p:cNvSpPr txBox="1"/>
          <p:nvPr userDrawn="1"/>
        </p:nvSpPr>
        <p:spPr>
          <a:xfrm>
            <a:off x="515939" y="6611938"/>
            <a:ext cx="3484562" cy="1280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noProof="0" dirty="0">
                <a:solidFill>
                  <a:schemeClr val="accent3"/>
                </a:solidFill>
                <a:latin typeface="+mj-lt"/>
                <a:ea typeface="Roboto" panose="02000000000000000000" pitchFamily="2" charset="0"/>
              </a:rPr>
              <a:t>© 2025 Bruker</a:t>
            </a:r>
          </a:p>
        </p:txBody>
      </p:sp>
      <p:sp>
        <p:nvSpPr>
          <p:cNvPr id="18" name="Textplatzhalter 3">
            <a:extLst>
              <a:ext uri="{FF2B5EF4-FFF2-40B4-BE49-F238E27FC236}">
                <a16:creationId xmlns:a16="http://schemas.microsoft.com/office/drawing/2014/main" id="{CD0720ED-B30A-489C-868F-1E3770C64D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9" y="296863"/>
            <a:ext cx="9420224" cy="13465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accent2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100 characters</a:t>
            </a:r>
          </a:p>
        </p:txBody>
      </p:sp>
      <p:sp>
        <p:nvSpPr>
          <p:cNvPr id="20" name="Titelplatzhalter 1">
            <a:extLst>
              <a:ext uri="{FF2B5EF4-FFF2-40B4-BE49-F238E27FC236}">
                <a16:creationId xmlns:a16="http://schemas.microsoft.com/office/drawing/2014/main" id="{3E75399A-3469-48C5-8D5D-7958975332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05635"/>
            <a:ext cx="9420225" cy="664797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/>
          <a:p>
            <a:pPr lvl="0"/>
            <a:r>
              <a:rPr lang="en-US" noProof="0" dirty="0"/>
              <a:t>Click to edit Master title with a maximum of </a:t>
            </a:r>
            <a:br>
              <a:rPr lang="en-US" noProof="0" dirty="0"/>
            </a:br>
            <a:r>
              <a:rPr lang="en-US" noProof="0" dirty="0"/>
              <a:t>approx. 120 characters in maximum two lines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E5C0D93-75D2-470E-BEAC-980E29256F9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351338" y="1592261"/>
            <a:ext cx="3482975" cy="3485866"/>
          </a:xfrm>
        </p:spPr>
        <p:txBody>
          <a:bodyPr/>
          <a:lstStyle>
            <a:lvl1pPr marL="0" indent="0">
              <a:buNone/>
              <a:defRPr i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Datumsplatzhalter 3">
            <a:extLst>
              <a:ext uri="{FF2B5EF4-FFF2-40B4-BE49-F238E27FC236}">
                <a16:creationId xmlns:a16="http://schemas.microsoft.com/office/drawing/2014/main" id="{26CFFD13-1B37-41A9-BE04-A2910FF338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0579" y="6611112"/>
            <a:ext cx="979694" cy="128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8B332144-9333-4760-9F8B-59F20FE2925E}" type="datetime3">
              <a:rPr lang="en-US" smtClean="0"/>
              <a:t>5 May 2026</a:t>
            </a:fld>
            <a:endParaRPr lang="en-US" dirty="0"/>
          </a:p>
        </p:txBody>
      </p:sp>
      <p:sp>
        <p:nvSpPr>
          <p:cNvPr id="23" name="Foliennummernplatzhalter 5">
            <a:extLst>
              <a:ext uri="{FF2B5EF4-FFF2-40B4-BE49-F238E27FC236}">
                <a16:creationId xmlns:a16="http://schemas.microsoft.com/office/drawing/2014/main" id="{8448B5CB-B336-414C-A94E-7523541696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611112"/>
            <a:ext cx="291782" cy="12801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20213A-032B-FE42-940A-86A4C9AC44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F23ED1C9-2EE4-46F5-BCA2-AF314D53BE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1338" y="6611112"/>
            <a:ext cx="5925232" cy="128016"/>
          </a:xfrm>
          <a:prstGeom prst="rect">
            <a:avLst/>
          </a:prstGeom>
        </p:spPr>
        <p:txBody>
          <a:bodyPr vert="horz" lIns="0" tIns="0" rIns="4572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Innovation with Integrity</a:t>
            </a:r>
            <a:endParaRPr lang="en-US" dirty="0"/>
          </a:p>
        </p:txBody>
      </p:sp>
      <p:sp>
        <p:nvSpPr>
          <p:cNvPr id="30" name="Datumsplatzhalter 3">
            <a:extLst>
              <a:ext uri="{FF2B5EF4-FFF2-40B4-BE49-F238E27FC236}">
                <a16:creationId xmlns:a16="http://schemas.microsoft.com/office/drawing/2014/main" id="{1AA06B32-FCD2-40CE-8221-CEF1B23AB660}"/>
              </a:ext>
            </a:extLst>
          </p:cNvPr>
          <p:cNvSpPr txBox="1">
            <a:spLocks/>
          </p:cNvSpPr>
          <p:nvPr userDrawn="1"/>
        </p:nvSpPr>
        <p:spPr>
          <a:xfrm>
            <a:off x="11320272" y="6608530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latin typeface="+mj-lt"/>
              </a:rPr>
              <a:t>|</a:t>
            </a:r>
          </a:p>
        </p:txBody>
      </p:sp>
      <p:sp>
        <p:nvSpPr>
          <p:cNvPr id="31" name="Datumsplatzhalter 3">
            <a:extLst>
              <a:ext uri="{FF2B5EF4-FFF2-40B4-BE49-F238E27FC236}">
                <a16:creationId xmlns:a16="http://schemas.microsoft.com/office/drawing/2014/main" id="{444F65B9-AE8C-4FBE-A3D0-3CFF89296FA5}"/>
              </a:ext>
            </a:extLst>
          </p:cNvPr>
          <p:cNvSpPr txBox="1">
            <a:spLocks/>
          </p:cNvSpPr>
          <p:nvPr userDrawn="1"/>
        </p:nvSpPr>
        <p:spPr>
          <a:xfrm>
            <a:off x="10276570" y="6611112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latin typeface="+mj-lt"/>
              </a:rPr>
              <a:t>|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B2F07E81-ECF0-4E16-88FB-297045B7B9F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193088" y="1592261"/>
            <a:ext cx="3482975" cy="3485866"/>
          </a:xfrm>
        </p:spPr>
        <p:txBody>
          <a:bodyPr/>
          <a:lstStyle>
            <a:lvl1pPr marL="0" indent="0">
              <a:buNone/>
              <a:defRPr i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Content Placeholder 4">
            <a:extLst>
              <a:ext uri="{FF2B5EF4-FFF2-40B4-BE49-F238E27FC236}">
                <a16:creationId xmlns:a16="http://schemas.microsoft.com/office/drawing/2014/main" id="{6BD93726-3E24-4580-9BEB-0708247BF81F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4349751" y="5078127"/>
            <a:ext cx="3484562" cy="1122647"/>
          </a:xfrm>
        </p:spPr>
        <p:txBody>
          <a:bodyPr tIns="182880"/>
          <a:lstStyle>
            <a:lvl1pPr marL="0" indent="0">
              <a:buNone/>
              <a:defRPr sz="1400"/>
            </a:lvl1pPr>
            <a:lvl2pPr marL="297216" indent="0">
              <a:buNone/>
              <a:defRPr/>
            </a:lvl2pPr>
            <a:lvl3pPr marL="589824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4">
            <a:extLst>
              <a:ext uri="{FF2B5EF4-FFF2-40B4-BE49-F238E27FC236}">
                <a16:creationId xmlns:a16="http://schemas.microsoft.com/office/drawing/2014/main" id="{5FEE4DCA-1CE9-470E-8174-92DF0733542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15937" y="2210577"/>
            <a:ext cx="3484564" cy="3990198"/>
          </a:xfrm>
        </p:spPr>
        <p:txBody>
          <a:bodyPr t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6" name="Content Placeholder 4">
            <a:extLst>
              <a:ext uri="{FF2B5EF4-FFF2-40B4-BE49-F238E27FC236}">
                <a16:creationId xmlns:a16="http://schemas.microsoft.com/office/drawing/2014/main" id="{36DC3936-F27D-4557-85C1-4F9068DA0D2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15937" y="1592261"/>
            <a:ext cx="3484564" cy="61567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35000"/>
              <a:buFont typeface="Roboto Light" panose="02000000000000000000" pitchFamily="2" charset="0"/>
              <a:buNone/>
              <a:tabLst/>
              <a:defRPr/>
            </a:pPr>
            <a:r>
              <a:rPr lang="en-US" dirty="0"/>
              <a:t>Click to edit Master subtitle</a:t>
            </a:r>
            <a:br>
              <a:rPr lang="en-US" dirty="0"/>
            </a:br>
            <a:r>
              <a:rPr lang="en-US" dirty="0"/>
              <a:t>max. approx. 55 characters </a:t>
            </a:r>
          </a:p>
        </p:txBody>
      </p:sp>
      <p:sp>
        <p:nvSpPr>
          <p:cNvPr id="28" name="Content Placeholder 4">
            <a:extLst>
              <a:ext uri="{FF2B5EF4-FFF2-40B4-BE49-F238E27FC236}">
                <a16:creationId xmlns:a16="http://schemas.microsoft.com/office/drawing/2014/main" id="{6FA18B0C-A64B-4CBC-83A4-F3DCB136BA34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8191501" y="5078127"/>
            <a:ext cx="3484562" cy="1122647"/>
          </a:xfrm>
        </p:spPr>
        <p:txBody>
          <a:bodyPr tIns="182880"/>
          <a:lstStyle>
            <a:lvl1pPr marL="0" indent="0">
              <a:buNone/>
              <a:defRPr sz="1400"/>
            </a:lvl1pPr>
            <a:lvl2pPr marL="297216" indent="0">
              <a:buNone/>
              <a:defRPr/>
            </a:lvl2pPr>
            <a:lvl3pPr marL="589824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33850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s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rapez 1">
            <a:extLst>
              <a:ext uri="{FF2B5EF4-FFF2-40B4-BE49-F238E27FC236}">
                <a16:creationId xmlns:a16="http://schemas.microsoft.com/office/drawing/2014/main" id="{E26247D5-7FB8-3249-9F5E-7D09FAEF23E9}"/>
              </a:ext>
            </a:extLst>
          </p:cNvPr>
          <p:cNvSpPr/>
          <p:nvPr userDrawn="1"/>
        </p:nvSpPr>
        <p:spPr>
          <a:xfrm>
            <a:off x="0" y="6382800"/>
            <a:ext cx="12192000" cy="478813"/>
          </a:xfrm>
          <a:custGeom>
            <a:avLst/>
            <a:gdLst>
              <a:gd name="connsiteX0" fmla="*/ 0 w 12192000"/>
              <a:gd name="connsiteY0" fmla="*/ 512762 h 512762"/>
              <a:gd name="connsiteX1" fmla="*/ 128191 w 12192000"/>
              <a:gd name="connsiteY1" fmla="*/ 0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2000"/>
              <a:gd name="connsiteY0" fmla="*/ 512762 h 512762"/>
              <a:gd name="connsiteX1" fmla="*/ 3201 w 12192000"/>
              <a:gd name="connsiteY1" fmla="*/ 256559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5378"/>
              <a:gd name="connsiteY0" fmla="*/ 512762 h 512762"/>
              <a:gd name="connsiteX1" fmla="*/ 3201 w 12195378"/>
              <a:gd name="connsiteY1" fmla="*/ 256559 h 512762"/>
              <a:gd name="connsiteX2" fmla="*/ 12195378 w 12195378"/>
              <a:gd name="connsiteY2" fmla="*/ 0 h 512762"/>
              <a:gd name="connsiteX3" fmla="*/ 12192000 w 12195378"/>
              <a:gd name="connsiteY3" fmla="*/ 512762 h 512762"/>
              <a:gd name="connsiteX4" fmla="*/ 0 w 12195378"/>
              <a:gd name="connsiteY4" fmla="*/ 512762 h 512762"/>
              <a:gd name="connsiteX0" fmla="*/ 0 w 12208020"/>
              <a:gd name="connsiteY0" fmla="*/ 479051 h 479051"/>
              <a:gd name="connsiteX1" fmla="*/ 3201 w 12208020"/>
              <a:gd name="connsiteY1" fmla="*/ 222848 h 479051"/>
              <a:gd name="connsiteX2" fmla="*/ 12208020 w 12208020"/>
              <a:gd name="connsiteY2" fmla="*/ 0 h 479051"/>
              <a:gd name="connsiteX3" fmla="*/ 12192000 w 12208020"/>
              <a:gd name="connsiteY3" fmla="*/ 479051 h 479051"/>
              <a:gd name="connsiteX4" fmla="*/ 0 w 12208020"/>
              <a:gd name="connsiteY4" fmla="*/ 479051 h 479051"/>
              <a:gd name="connsiteX0" fmla="*/ 0 w 12195378"/>
              <a:gd name="connsiteY0" fmla="*/ 491692 h 491692"/>
              <a:gd name="connsiteX1" fmla="*/ 3201 w 12195378"/>
              <a:gd name="connsiteY1" fmla="*/ 235489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7415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3201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5227 w 12192177"/>
              <a:gd name="connsiteY0" fmla="*/ 491692 h 491692"/>
              <a:gd name="connsiteX1" fmla="*/ 0 w 12192177"/>
              <a:gd name="connsiteY1" fmla="*/ 205993 h 491692"/>
              <a:gd name="connsiteX2" fmla="*/ 12192177 w 12192177"/>
              <a:gd name="connsiteY2" fmla="*/ 0 h 491692"/>
              <a:gd name="connsiteX3" fmla="*/ 12188799 w 12192177"/>
              <a:gd name="connsiteY3" fmla="*/ 491692 h 491692"/>
              <a:gd name="connsiteX4" fmla="*/ 5227 w 12192177"/>
              <a:gd name="connsiteY4" fmla="*/ 491692 h 491692"/>
              <a:gd name="connsiteX0" fmla="*/ 5227 w 12192177"/>
              <a:gd name="connsiteY0" fmla="*/ 491692 h 494911"/>
              <a:gd name="connsiteX1" fmla="*/ 0 w 12192177"/>
              <a:gd name="connsiteY1" fmla="*/ 205993 h 494911"/>
              <a:gd name="connsiteX2" fmla="*/ 12192177 w 12192177"/>
              <a:gd name="connsiteY2" fmla="*/ 0 h 494911"/>
              <a:gd name="connsiteX3" fmla="*/ 12192019 w 12192177"/>
              <a:gd name="connsiteY3" fmla="*/ 494911 h 494911"/>
              <a:gd name="connsiteX4" fmla="*/ 5227 w 12192177"/>
              <a:gd name="connsiteY4" fmla="*/ 491692 h 494911"/>
              <a:gd name="connsiteX0" fmla="*/ 5227 w 12192177"/>
              <a:gd name="connsiteY0" fmla="*/ 475594 h 478813"/>
              <a:gd name="connsiteX1" fmla="*/ 0 w 12192177"/>
              <a:gd name="connsiteY1" fmla="*/ 189895 h 478813"/>
              <a:gd name="connsiteX2" fmla="*/ 12192177 w 12192177"/>
              <a:gd name="connsiteY2" fmla="*/ 0 h 478813"/>
              <a:gd name="connsiteX3" fmla="*/ 12192019 w 12192177"/>
              <a:gd name="connsiteY3" fmla="*/ 478813 h 478813"/>
              <a:gd name="connsiteX4" fmla="*/ 5227 w 12192177"/>
              <a:gd name="connsiteY4" fmla="*/ 475594 h 478813"/>
              <a:gd name="connsiteX0" fmla="*/ 22287 w 12209237"/>
              <a:gd name="connsiteY0" fmla="*/ 475594 h 478813"/>
              <a:gd name="connsiteX1" fmla="*/ 0 w 12209237"/>
              <a:gd name="connsiteY1" fmla="*/ 220603 h 478813"/>
              <a:gd name="connsiteX2" fmla="*/ 12209237 w 12209237"/>
              <a:gd name="connsiteY2" fmla="*/ 0 h 478813"/>
              <a:gd name="connsiteX3" fmla="*/ 12209079 w 12209237"/>
              <a:gd name="connsiteY3" fmla="*/ 478813 h 478813"/>
              <a:gd name="connsiteX4" fmla="*/ 22287 w 12209237"/>
              <a:gd name="connsiteY4" fmla="*/ 475594 h 478813"/>
              <a:gd name="connsiteX0" fmla="*/ 1815 w 12188765"/>
              <a:gd name="connsiteY0" fmla="*/ 475594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1815 w 12188765"/>
              <a:gd name="connsiteY4" fmla="*/ 475594 h 478813"/>
              <a:gd name="connsiteX0" fmla="*/ 369 w 12190731"/>
              <a:gd name="connsiteY0" fmla="*/ 479006 h 479006"/>
              <a:gd name="connsiteX1" fmla="*/ 1966 w 12190731"/>
              <a:gd name="connsiteY1" fmla="*/ 183072 h 479006"/>
              <a:gd name="connsiteX2" fmla="*/ 12190731 w 12190731"/>
              <a:gd name="connsiteY2" fmla="*/ 0 h 479006"/>
              <a:gd name="connsiteX3" fmla="*/ 12190573 w 12190731"/>
              <a:gd name="connsiteY3" fmla="*/ 478813 h 479006"/>
              <a:gd name="connsiteX4" fmla="*/ 369 w 12190731"/>
              <a:gd name="connsiteY4" fmla="*/ 479006 h 479006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0 w 12190362"/>
              <a:gd name="connsiteY0" fmla="*/ 475594 h 478813"/>
              <a:gd name="connsiteX1" fmla="*/ 1597 w 12190362"/>
              <a:gd name="connsiteY1" fmla="*/ 183072 h 478813"/>
              <a:gd name="connsiteX2" fmla="*/ 12190362 w 12190362"/>
              <a:gd name="connsiteY2" fmla="*/ 0 h 478813"/>
              <a:gd name="connsiteX3" fmla="*/ 12190204 w 12190362"/>
              <a:gd name="connsiteY3" fmla="*/ 478813 h 478813"/>
              <a:gd name="connsiteX4" fmla="*/ 0 w 12190362"/>
              <a:gd name="connsiteY4" fmla="*/ 475594 h 478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0362" h="478813">
                <a:moveTo>
                  <a:pt x="0" y="475594"/>
                </a:moveTo>
                <a:cubicBezTo>
                  <a:pt x="1670" y="482720"/>
                  <a:pt x="3339" y="278305"/>
                  <a:pt x="1597" y="183072"/>
                </a:cubicBezTo>
                <a:lnTo>
                  <a:pt x="12190362" y="0"/>
                </a:lnTo>
                <a:cubicBezTo>
                  <a:pt x="12190309" y="164970"/>
                  <a:pt x="12190257" y="313843"/>
                  <a:pt x="12190204" y="478813"/>
                </a:cubicBezTo>
                <a:lnTo>
                  <a:pt x="0" y="47559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9" name="Textfeld 28">
            <a:extLst>
              <a:ext uri="{FF2B5EF4-FFF2-40B4-BE49-F238E27FC236}">
                <a16:creationId xmlns:a16="http://schemas.microsoft.com/office/drawing/2014/main" id="{6AEF0B51-B741-4884-9983-2E7006666111}"/>
              </a:ext>
            </a:extLst>
          </p:cNvPr>
          <p:cNvSpPr txBox="1"/>
          <p:nvPr userDrawn="1"/>
        </p:nvSpPr>
        <p:spPr>
          <a:xfrm>
            <a:off x="515939" y="6611938"/>
            <a:ext cx="3484562" cy="1280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noProof="0" dirty="0">
                <a:solidFill>
                  <a:schemeClr val="accent3"/>
                </a:solidFill>
                <a:latin typeface="+mj-lt"/>
                <a:ea typeface="Roboto" panose="02000000000000000000" pitchFamily="2" charset="0"/>
              </a:rPr>
              <a:t>© 2025 Bruker</a:t>
            </a:r>
          </a:p>
        </p:txBody>
      </p:sp>
      <p:sp>
        <p:nvSpPr>
          <p:cNvPr id="13" name="Textplatzhalter 3">
            <a:extLst>
              <a:ext uri="{FF2B5EF4-FFF2-40B4-BE49-F238E27FC236}">
                <a16:creationId xmlns:a16="http://schemas.microsoft.com/office/drawing/2014/main" id="{8F98064D-C32C-4F31-BAF5-1CBA61FAAF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9" y="296863"/>
            <a:ext cx="9420224" cy="13465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accent2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100 characters</a:t>
            </a:r>
          </a:p>
        </p:txBody>
      </p:sp>
      <p:sp>
        <p:nvSpPr>
          <p:cNvPr id="14" name="Titelplatzhalter 1">
            <a:extLst>
              <a:ext uri="{FF2B5EF4-FFF2-40B4-BE49-F238E27FC236}">
                <a16:creationId xmlns:a16="http://schemas.microsoft.com/office/drawing/2014/main" id="{B514A78F-6924-46AF-8451-9B19941C64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05635"/>
            <a:ext cx="9420225" cy="664797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/>
          <a:p>
            <a:pPr lvl="0"/>
            <a:r>
              <a:rPr lang="en-US" noProof="0" dirty="0"/>
              <a:t>Click to edit Master title with a maximum of </a:t>
            </a:r>
            <a:br>
              <a:rPr lang="en-US" noProof="0" dirty="0"/>
            </a:br>
            <a:r>
              <a:rPr lang="en-US" noProof="0" dirty="0"/>
              <a:t>approx. 120 characters in maximum two lines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C97CC203-263E-46E4-B789-B61174FD8DE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15939" y="1592635"/>
            <a:ext cx="5400674" cy="4608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867C890C-CB2B-4D56-A272-AFEA038C4BE2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275387" y="1592263"/>
            <a:ext cx="5400674" cy="4608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Datumsplatzhalter 3">
            <a:extLst>
              <a:ext uri="{FF2B5EF4-FFF2-40B4-BE49-F238E27FC236}">
                <a16:creationId xmlns:a16="http://schemas.microsoft.com/office/drawing/2014/main" id="{FFE68E16-69C3-42B3-BDA8-FCB13EC96B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0579" y="6611112"/>
            <a:ext cx="979694" cy="128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24C88BDE-54EA-4C85-B6C5-CB80477E1BCC}" type="datetime3">
              <a:rPr lang="en-US" smtClean="0"/>
              <a:t>5 May 2026</a:t>
            </a:fld>
            <a:endParaRPr lang="en-US" dirty="0"/>
          </a:p>
        </p:txBody>
      </p:sp>
      <p:sp>
        <p:nvSpPr>
          <p:cNvPr id="21" name="Foliennummernplatzhalter 5">
            <a:extLst>
              <a:ext uri="{FF2B5EF4-FFF2-40B4-BE49-F238E27FC236}">
                <a16:creationId xmlns:a16="http://schemas.microsoft.com/office/drawing/2014/main" id="{AFAC85DC-3FC5-4730-9E59-4BBF198631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611112"/>
            <a:ext cx="291782" cy="12801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20213A-032B-FE42-940A-86A4C9AC44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56CF4C7C-7D59-4D8E-A7DC-730B7AA4AC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1338" y="6611112"/>
            <a:ext cx="5925232" cy="128016"/>
          </a:xfrm>
          <a:prstGeom prst="rect">
            <a:avLst/>
          </a:prstGeom>
        </p:spPr>
        <p:txBody>
          <a:bodyPr vert="horz" lIns="0" tIns="0" rIns="4572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Innovation with Integrity</a:t>
            </a:r>
            <a:endParaRPr lang="en-US" dirty="0"/>
          </a:p>
        </p:txBody>
      </p:sp>
      <p:sp>
        <p:nvSpPr>
          <p:cNvPr id="23" name="Datumsplatzhalter 3">
            <a:extLst>
              <a:ext uri="{FF2B5EF4-FFF2-40B4-BE49-F238E27FC236}">
                <a16:creationId xmlns:a16="http://schemas.microsoft.com/office/drawing/2014/main" id="{7795F99D-F649-4965-BDE0-19E6369227E5}"/>
              </a:ext>
            </a:extLst>
          </p:cNvPr>
          <p:cNvSpPr txBox="1">
            <a:spLocks/>
          </p:cNvSpPr>
          <p:nvPr userDrawn="1"/>
        </p:nvSpPr>
        <p:spPr>
          <a:xfrm>
            <a:off x="11320272" y="6608530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latin typeface="+mj-lt"/>
              </a:rPr>
              <a:t>|</a:t>
            </a:r>
          </a:p>
        </p:txBody>
      </p:sp>
      <p:sp>
        <p:nvSpPr>
          <p:cNvPr id="24" name="Datumsplatzhalter 3">
            <a:extLst>
              <a:ext uri="{FF2B5EF4-FFF2-40B4-BE49-F238E27FC236}">
                <a16:creationId xmlns:a16="http://schemas.microsoft.com/office/drawing/2014/main" id="{1F986398-37E5-4F4D-AB8D-BB56203194A3}"/>
              </a:ext>
            </a:extLst>
          </p:cNvPr>
          <p:cNvSpPr txBox="1">
            <a:spLocks/>
          </p:cNvSpPr>
          <p:nvPr userDrawn="1"/>
        </p:nvSpPr>
        <p:spPr>
          <a:xfrm>
            <a:off x="10276570" y="6611112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latin typeface="+mj-lt"/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33512934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s Subtitl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rapez 1">
            <a:extLst>
              <a:ext uri="{FF2B5EF4-FFF2-40B4-BE49-F238E27FC236}">
                <a16:creationId xmlns:a16="http://schemas.microsoft.com/office/drawing/2014/main" id="{E26247D5-7FB8-3249-9F5E-7D09FAEF23E9}"/>
              </a:ext>
            </a:extLst>
          </p:cNvPr>
          <p:cNvSpPr/>
          <p:nvPr userDrawn="1"/>
        </p:nvSpPr>
        <p:spPr>
          <a:xfrm>
            <a:off x="0" y="6382800"/>
            <a:ext cx="12192000" cy="478813"/>
          </a:xfrm>
          <a:custGeom>
            <a:avLst/>
            <a:gdLst>
              <a:gd name="connsiteX0" fmla="*/ 0 w 12192000"/>
              <a:gd name="connsiteY0" fmla="*/ 512762 h 512762"/>
              <a:gd name="connsiteX1" fmla="*/ 128191 w 12192000"/>
              <a:gd name="connsiteY1" fmla="*/ 0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2000"/>
              <a:gd name="connsiteY0" fmla="*/ 512762 h 512762"/>
              <a:gd name="connsiteX1" fmla="*/ 3201 w 12192000"/>
              <a:gd name="connsiteY1" fmla="*/ 256559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5378"/>
              <a:gd name="connsiteY0" fmla="*/ 512762 h 512762"/>
              <a:gd name="connsiteX1" fmla="*/ 3201 w 12195378"/>
              <a:gd name="connsiteY1" fmla="*/ 256559 h 512762"/>
              <a:gd name="connsiteX2" fmla="*/ 12195378 w 12195378"/>
              <a:gd name="connsiteY2" fmla="*/ 0 h 512762"/>
              <a:gd name="connsiteX3" fmla="*/ 12192000 w 12195378"/>
              <a:gd name="connsiteY3" fmla="*/ 512762 h 512762"/>
              <a:gd name="connsiteX4" fmla="*/ 0 w 12195378"/>
              <a:gd name="connsiteY4" fmla="*/ 512762 h 512762"/>
              <a:gd name="connsiteX0" fmla="*/ 0 w 12208020"/>
              <a:gd name="connsiteY0" fmla="*/ 479051 h 479051"/>
              <a:gd name="connsiteX1" fmla="*/ 3201 w 12208020"/>
              <a:gd name="connsiteY1" fmla="*/ 222848 h 479051"/>
              <a:gd name="connsiteX2" fmla="*/ 12208020 w 12208020"/>
              <a:gd name="connsiteY2" fmla="*/ 0 h 479051"/>
              <a:gd name="connsiteX3" fmla="*/ 12192000 w 12208020"/>
              <a:gd name="connsiteY3" fmla="*/ 479051 h 479051"/>
              <a:gd name="connsiteX4" fmla="*/ 0 w 12208020"/>
              <a:gd name="connsiteY4" fmla="*/ 479051 h 479051"/>
              <a:gd name="connsiteX0" fmla="*/ 0 w 12195378"/>
              <a:gd name="connsiteY0" fmla="*/ 491692 h 491692"/>
              <a:gd name="connsiteX1" fmla="*/ 3201 w 12195378"/>
              <a:gd name="connsiteY1" fmla="*/ 235489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7415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3201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5227 w 12192177"/>
              <a:gd name="connsiteY0" fmla="*/ 491692 h 491692"/>
              <a:gd name="connsiteX1" fmla="*/ 0 w 12192177"/>
              <a:gd name="connsiteY1" fmla="*/ 205993 h 491692"/>
              <a:gd name="connsiteX2" fmla="*/ 12192177 w 12192177"/>
              <a:gd name="connsiteY2" fmla="*/ 0 h 491692"/>
              <a:gd name="connsiteX3" fmla="*/ 12188799 w 12192177"/>
              <a:gd name="connsiteY3" fmla="*/ 491692 h 491692"/>
              <a:gd name="connsiteX4" fmla="*/ 5227 w 12192177"/>
              <a:gd name="connsiteY4" fmla="*/ 491692 h 491692"/>
              <a:gd name="connsiteX0" fmla="*/ 5227 w 12192177"/>
              <a:gd name="connsiteY0" fmla="*/ 491692 h 494911"/>
              <a:gd name="connsiteX1" fmla="*/ 0 w 12192177"/>
              <a:gd name="connsiteY1" fmla="*/ 205993 h 494911"/>
              <a:gd name="connsiteX2" fmla="*/ 12192177 w 12192177"/>
              <a:gd name="connsiteY2" fmla="*/ 0 h 494911"/>
              <a:gd name="connsiteX3" fmla="*/ 12192019 w 12192177"/>
              <a:gd name="connsiteY3" fmla="*/ 494911 h 494911"/>
              <a:gd name="connsiteX4" fmla="*/ 5227 w 12192177"/>
              <a:gd name="connsiteY4" fmla="*/ 491692 h 494911"/>
              <a:gd name="connsiteX0" fmla="*/ 5227 w 12192177"/>
              <a:gd name="connsiteY0" fmla="*/ 475594 h 478813"/>
              <a:gd name="connsiteX1" fmla="*/ 0 w 12192177"/>
              <a:gd name="connsiteY1" fmla="*/ 189895 h 478813"/>
              <a:gd name="connsiteX2" fmla="*/ 12192177 w 12192177"/>
              <a:gd name="connsiteY2" fmla="*/ 0 h 478813"/>
              <a:gd name="connsiteX3" fmla="*/ 12192019 w 12192177"/>
              <a:gd name="connsiteY3" fmla="*/ 478813 h 478813"/>
              <a:gd name="connsiteX4" fmla="*/ 5227 w 12192177"/>
              <a:gd name="connsiteY4" fmla="*/ 475594 h 478813"/>
              <a:gd name="connsiteX0" fmla="*/ 22287 w 12209237"/>
              <a:gd name="connsiteY0" fmla="*/ 475594 h 478813"/>
              <a:gd name="connsiteX1" fmla="*/ 0 w 12209237"/>
              <a:gd name="connsiteY1" fmla="*/ 220603 h 478813"/>
              <a:gd name="connsiteX2" fmla="*/ 12209237 w 12209237"/>
              <a:gd name="connsiteY2" fmla="*/ 0 h 478813"/>
              <a:gd name="connsiteX3" fmla="*/ 12209079 w 12209237"/>
              <a:gd name="connsiteY3" fmla="*/ 478813 h 478813"/>
              <a:gd name="connsiteX4" fmla="*/ 22287 w 12209237"/>
              <a:gd name="connsiteY4" fmla="*/ 475594 h 478813"/>
              <a:gd name="connsiteX0" fmla="*/ 1815 w 12188765"/>
              <a:gd name="connsiteY0" fmla="*/ 475594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1815 w 12188765"/>
              <a:gd name="connsiteY4" fmla="*/ 475594 h 478813"/>
              <a:gd name="connsiteX0" fmla="*/ 369 w 12190731"/>
              <a:gd name="connsiteY0" fmla="*/ 479006 h 479006"/>
              <a:gd name="connsiteX1" fmla="*/ 1966 w 12190731"/>
              <a:gd name="connsiteY1" fmla="*/ 183072 h 479006"/>
              <a:gd name="connsiteX2" fmla="*/ 12190731 w 12190731"/>
              <a:gd name="connsiteY2" fmla="*/ 0 h 479006"/>
              <a:gd name="connsiteX3" fmla="*/ 12190573 w 12190731"/>
              <a:gd name="connsiteY3" fmla="*/ 478813 h 479006"/>
              <a:gd name="connsiteX4" fmla="*/ 369 w 12190731"/>
              <a:gd name="connsiteY4" fmla="*/ 479006 h 479006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0 w 12190362"/>
              <a:gd name="connsiteY0" fmla="*/ 475594 h 478813"/>
              <a:gd name="connsiteX1" fmla="*/ 1597 w 12190362"/>
              <a:gd name="connsiteY1" fmla="*/ 183072 h 478813"/>
              <a:gd name="connsiteX2" fmla="*/ 12190362 w 12190362"/>
              <a:gd name="connsiteY2" fmla="*/ 0 h 478813"/>
              <a:gd name="connsiteX3" fmla="*/ 12190204 w 12190362"/>
              <a:gd name="connsiteY3" fmla="*/ 478813 h 478813"/>
              <a:gd name="connsiteX4" fmla="*/ 0 w 12190362"/>
              <a:gd name="connsiteY4" fmla="*/ 475594 h 478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0362" h="478813">
                <a:moveTo>
                  <a:pt x="0" y="475594"/>
                </a:moveTo>
                <a:cubicBezTo>
                  <a:pt x="1670" y="482720"/>
                  <a:pt x="3339" y="278305"/>
                  <a:pt x="1597" y="183072"/>
                </a:cubicBezTo>
                <a:lnTo>
                  <a:pt x="12190362" y="0"/>
                </a:lnTo>
                <a:cubicBezTo>
                  <a:pt x="12190309" y="164970"/>
                  <a:pt x="12190257" y="313843"/>
                  <a:pt x="12190204" y="478813"/>
                </a:cubicBezTo>
                <a:lnTo>
                  <a:pt x="0" y="47559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9" name="Textfeld 28">
            <a:extLst>
              <a:ext uri="{FF2B5EF4-FFF2-40B4-BE49-F238E27FC236}">
                <a16:creationId xmlns:a16="http://schemas.microsoft.com/office/drawing/2014/main" id="{6AEF0B51-B741-4884-9983-2E7006666111}"/>
              </a:ext>
            </a:extLst>
          </p:cNvPr>
          <p:cNvSpPr txBox="1"/>
          <p:nvPr userDrawn="1"/>
        </p:nvSpPr>
        <p:spPr>
          <a:xfrm>
            <a:off x="515939" y="6611938"/>
            <a:ext cx="3484562" cy="1280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noProof="0" dirty="0">
                <a:solidFill>
                  <a:schemeClr val="accent3"/>
                </a:solidFill>
                <a:latin typeface="+mj-lt"/>
                <a:ea typeface="Roboto" panose="02000000000000000000" pitchFamily="2" charset="0"/>
              </a:rPr>
              <a:t>© 2025 Bruker</a:t>
            </a:r>
          </a:p>
        </p:txBody>
      </p:sp>
      <p:sp>
        <p:nvSpPr>
          <p:cNvPr id="13" name="Textplatzhalter 3">
            <a:extLst>
              <a:ext uri="{FF2B5EF4-FFF2-40B4-BE49-F238E27FC236}">
                <a16:creationId xmlns:a16="http://schemas.microsoft.com/office/drawing/2014/main" id="{8F98064D-C32C-4F31-BAF5-1CBA61FAAF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9" y="296863"/>
            <a:ext cx="9420224" cy="13465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accent2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100 characters</a:t>
            </a:r>
          </a:p>
        </p:txBody>
      </p:sp>
      <p:sp>
        <p:nvSpPr>
          <p:cNvPr id="14" name="Titelplatzhalter 1">
            <a:extLst>
              <a:ext uri="{FF2B5EF4-FFF2-40B4-BE49-F238E27FC236}">
                <a16:creationId xmlns:a16="http://schemas.microsoft.com/office/drawing/2014/main" id="{B514A78F-6924-46AF-8451-9B19941C64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05635"/>
            <a:ext cx="9420225" cy="664797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/>
          <a:p>
            <a:pPr lvl="0"/>
            <a:r>
              <a:rPr lang="en-US" noProof="0" dirty="0"/>
              <a:t>Click to edit Master title with a maximum of </a:t>
            </a:r>
            <a:br>
              <a:rPr lang="en-US" noProof="0" dirty="0"/>
            </a:br>
            <a:r>
              <a:rPr lang="en-US" noProof="0" dirty="0"/>
              <a:t>approx. 120 characters in maximum two lines</a:t>
            </a:r>
          </a:p>
        </p:txBody>
      </p:sp>
      <p:sp>
        <p:nvSpPr>
          <p:cNvPr id="22" name="Datumsplatzhalter 3">
            <a:extLst>
              <a:ext uri="{FF2B5EF4-FFF2-40B4-BE49-F238E27FC236}">
                <a16:creationId xmlns:a16="http://schemas.microsoft.com/office/drawing/2014/main" id="{214FF92A-CD10-4D53-A4D8-849C0FFB3C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0579" y="6611112"/>
            <a:ext cx="979694" cy="128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BA672C3A-DDCF-43B7-A40B-630C0FE58F1F}" type="datetime3">
              <a:rPr lang="en-US" smtClean="0"/>
              <a:t>5 May 2026</a:t>
            </a:fld>
            <a:endParaRPr lang="en-US" dirty="0"/>
          </a:p>
        </p:txBody>
      </p:sp>
      <p:sp>
        <p:nvSpPr>
          <p:cNvPr id="23" name="Foliennummernplatzhalter 5">
            <a:extLst>
              <a:ext uri="{FF2B5EF4-FFF2-40B4-BE49-F238E27FC236}">
                <a16:creationId xmlns:a16="http://schemas.microsoft.com/office/drawing/2014/main" id="{C911D53B-8D1C-4C9F-8302-0088BAA90B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611112"/>
            <a:ext cx="291782" cy="12801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20213A-032B-FE42-940A-86A4C9AC44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115D0268-3A78-4097-8CAB-E36F670CAB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1338" y="6611112"/>
            <a:ext cx="5925232" cy="128016"/>
          </a:xfrm>
          <a:prstGeom prst="rect">
            <a:avLst/>
          </a:prstGeom>
        </p:spPr>
        <p:txBody>
          <a:bodyPr vert="horz" lIns="0" tIns="0" rIns="4572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Innovation with Integrity</a:t>
            </a:r>
            <a:endParaRPr lang="en-US" dirty="0"/>
          </a:p>
        </p:txBody>
      </p:sp>
      <p:sp>
        <p:nvSpPr>
          <p:cNvPr id="25" name="Datumsplatzhalter 3">
            <a:extLst>
              <a:ext uri="{FF2B5EF4-FFF2-40B4-BE49-F238E27FC236}">
                <a16:creationId xmlns:a16="http://schemas.microsoft.com/office/drawing/2014/main" id="{965A05BB-B789-450B-8E0A-15CB063D3597}"/>
              </a:ext>
            </a:extLst>
          </p:cNvPr>
          <p:cNvSpPr txBox="1">
            <a:spLocks/>
          </p:cNvSpPr>
          <p:nvPr userDrawn="1"/>
        </p:nvSpPr>
        <p:spPr>
          <a:xfrm>
            <a:off x="11320272" y="6608530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latin typeface="+mj-lt"/>
              </a:rPr>
              <a:t>|</a:t>
            </a:r>
          </a:p>
        </p:txBody>
      </p:sp>
      <p:sp>
        <p:nvSpPr>
          <p:cNvPr id="26" name="Datumsplatzhalter 3">
            <a:extLst>
              <a:ext uri="{FF2B5EF4-FFF2-40B4-BE49-F238E27FC236}">
                <a16:creationId xmlns:a16="http://schemas.microsoft.com/office/drawing/2014/main" id="{F43ABC35-DA4E-4962-9FCF-31DFEADC4CAA}"/>
              </a:ext>
            </a:extLst>
          </p:cNvPr>
          <p:cNvSpPr txBox="1">
            <a:spLocks/>
          </p:cNvSpPr>
          <p:nvPr userDrawn="1"/>
        </p:nvSpPr>
        <p:spPr>
          <a:xfrm>
            <a:off x="10276570" y="6611112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latin typeface="+mj-lt"/>
              </a:rPr>
              <a:t>|</a:t>
            </a:r>
          </a:p>
        </p:txBody>
      </p:sp>
      <p:sp>
        <p:nvSpPr>
          <p:cNvPr id="27" name="Content Placeholder 4">
            <a:extLst>
              <a:ext uri="{FF2B5EF4-FFF2-40B4-BE49-F238E27FC236}">
                <a16:creationId xmlns:a16="http://schemas.microsoft.com/office/drawing/2014/main" id="{E7641CFF-1399-4824-8361-1A4BBC13BAF8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15937" y="2210577"/>
            <a:ext cx="5400676" cy="3990198"/>
          </a:xfrm>
        </p:spPr>
        <p:txBody>
          <a:bodyPr t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Content Placeholder 4">
            <a:extLst>
              <a:ext uri="{FF2B5EF4-FFF2-40B4-BE49-F238E27FC236}">
                <a16:creationId xmlns:a16="http://schemas.microsoft.com/office/drawing/2014/main" id="{5246392C-F663-4C85-8724-BD5D5BBC25C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15937" y="1592261"/>
            <a:ext cx="5400676" cy="61567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35000"/>
              <a:buFont typeface="Roboto Light" panose="02000000000000000000" pitchFamily="2" charset="0"/>
              <a:buNone/>
              <a:tabLst/>
              <a:defRPr/>
            </a:pPr>
            <a:r>
              <a:rPr lang="en-US" dirty="0"/>
              <a:t>Click to edit Master subtitle with a maximum </a:t>
            </a:r>
            <a:br>
              <a:rPr lang="en-US" dirty="0"/>
            </a:br>
            <a:r>
              <a:rPr lang="en-US" dirty="0"/>
              <a:t>of approx. 85 characters in maximum two lines</a:t>
            </a:r>
          </a:p>
        </p:txBody>
      </p:sp>
      <p:sp>
        <p:nvSpPr>
          <p:cNvPr id="29" name="Content Placeholder 4">
            <a:extLst>
              <a:ext uri="{FF2B5EF4-FFF2-40B4-BE49-F238E27FC236}">
                <a16:creationId xmlns:a16="http://schemas.microsoft.com/office/drawing/2014/main" id="{9387579F-A838-43E4-A418-77EF95CD6077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275386" y="2210577"/>
            <a:ext cx="5400676" cy="3990198"/>
          </a:xfrm>
        </p:spPr>
        <p:txBody>
          <a:bodyPr t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0" name="Content Placeholder 4">
            <a:extLst>
              <a:ext uri="{FF2B5EF4-FFF2-40B4-BE49-F238E27FC236}">
                <a16:creationId xmlns:a16="http://schemas.microsoft.com/office/drawing/2014/main" id="{626D4B07-0CED-4747-A69E-9C954836E78C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275386" y="1592261"/>
            <a:ext cx="5400676" cy="61567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35000"/>
              <a:buFont typeface="Roboto Light" panose="02000000000000000000" pitchFamily="2" charset="0"/>
              <a:buNone/>
              <a:tabLst/>
              <a:defRPr/>
            </a:pPr>
            <a:r>
              <a:rPr lang="en-US" dirty="0"/>
              <a:t>Click to edit Master subtitle with a maximum </a:t>
            </a:r>
            <a:br>
              <a:rPr lang="en-US" dirty="0"/>
            </a:br>
            <a:r>
              <a:rPr lang="en-US" dirty="0"/>
              <a:t>of approx. 85 characters in maximum two lines</a:t>
            </a:r>
          </a:p>
        </p:txBody>
      </p:sp>
    </p:spTree>
    <p:extLst>
      <p:ext uri="{BB962C8B-B14F-4D97-AF65-F5344CB8AC3E}">
        <p14:creationId xmlns:p14="http://schemas.microsoft.com/office/powerpoint/2010/main" val="14145220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s with 4 Pictures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rapez 1">
            <a:extLst>
              <a:ext uri="{FF2B5EF4-FFF2-40B4-BE49-F238E27FC236}">
                <a16:creationId xmlns:a16="http://schemas.microsoft.com/office/drawing/2014/main" id="{E26247D5-7FB8-3249-9F5E-7D09FAEF23E9}"/>
              </a:ext>
            </a:extLst>
          </p:cNvPr>
          <p:cNvSpPr/>
          <p:nvPr userDrawn="1"/>
        </p:nvSpPr>
        <p:spPr>
          <a:xfrm>
            <a:off x="0" y="6382800"/>
            <a:ext cx="12192000" cy="478813"/>
          </a:xfrm>
          <a:custGeom>
            <a:avLst/>
            <a:gdLst>
              <a:gd name="connsiteX0" fmla="*/ 0 w 12192000"/>
              <a:gd name="connsiteY0" fmla="*/ 512762 h 512762"/>
              <a:gd name="connsiteX1" fmla="*/ 128191 w 12192000"/>
              <a:gd name="connsiteY1" fmla="*/ 0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2000"/>
              <a:gd name="connsiteY0" fmla="*/ 512762 h 512762"/>
              <a:gd name="connsiteX1" fmla="*/ 3201 w 12192000"/>
              <a:gd name="connsiteY1" fmla="*/ 256559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5378"/>
              <a:gd name="connsiteY0" fmla="*/ 512762 h 512762"/>
              <a:gd name="connsiteX1" fmla="*/ 3201 w 12195378"/>
              <a:gd name="connsiteY1" fmla="*/ 256559 h 512762"/>
              <a:gd name="connsiteX2" fmla="*/ 12195378 w 12195378"/>
              <a:gd name="connsiteY2" fmla="*/ 0 h 512762"/>
              <a:gd name="connsiteX3" fmla="*/ 12192000 w 12195378"/>
              <a:gd name="connsiteY3" fmla="*/ 512762 h 512762"/>
              <a:gd name="connsiteX4" fmla="*/ 0 w 12195378"/>
              <a:gd name="connsiteY4" fmla="*/ 512762 h 512762"/>
              <a:gd name="connsiteX0" fmla="*/ 0 w 12208020"/>
              <a:gd name="connsiteY0" fmla="*/ 479051 h 479051"/>
              <a:gd name="connsiteX1" fmla="*/ 3201 w 12208020"/>
              <a:gd name="connsiteY1" fmla="*/ 222848 h 479051"/>
              <a:gd name="connsiteX2" fmla="*/ 12208020 w 12208020"/>
              <a:gd name="connsiteY2" fmla="*/ 0 h 479051"/>
              <a:gd name="connsiteX3" fmla="*/ 12192000 w 12208020"/>
              <a:gd name="connsiteY3" fmla="*/ 479051 h 479051"/>
              <a:gd name="connsiteX4" fmla="*/ 0 w 12208020"/>
              <a:gd name="connsiteY4" fmla="*/ 479051 h 479051"/>
              <a:gd name="connsiteX0" fmla="*/ 0 w 12195378"/>
              <a:gd name="connsiteY0" fmla="*/ 491692 h 491692"/>
              <a:gd name="connsiteX1" fmla="*/ 3201 w 12195378"/>
              <a:gd name="connsiteY1" fmla="*/ 235489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7415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3201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5227 w 12192177"/>
              <a:gd name="connsiteY0" fmla="*/ 491692 h 491692"/>
              <a:gd name="connsiteX1" fmla="*/ 0 w 12192177"/>
              <a:gd name="connsiteY1" fmla="*/ 205993 h 491692"/>
              <a:gd name="connsiteX2" fmla="*/ 12192177 w 12192177"/>
              <a:gd name="connsiteY2" fmla="*/ 0 h 491692"/>
              <a:gd name="connsiteX3" fmla="*/ 12188799 w 12192177"/>
              <a:gd name="connsiteY3" fmla="*/ 491692 h 491692"/>
              <a:gd name="connsiteX4" fmla="*/ 5227 w 12192177"/>
              <a:gd name="connsiteY4" fmla="*/ 491692 h 491692"/>
              <a:gd name="connsiteX0" fmla="*/ 5227 w 12192177"/>
              <a:gd name="connsiteY0" fmla="*/ 491692 h 494911"/>
              <a:gd name="connsiteX1" fmla="*/ 0 w 12192177"/>
              <a:gd name="connsiteY1" fmla="*/ 205993 h 494911"/>
              <a:gd name="connsiteX2" fmla="*/ 12192177 w 12192177"/>
              <a:gd name="connsiteY2" fmla="*/ 0 h 494911"/>
              <a:gd name="connsiteX3" fmla="*/ 12192019 w 12192177"/>
              <a:gd name="connsiteY3" fmla="*/ 494911 h 494911"/>
              <a:gd name="connsiteX4" fmla="*/ 5227 w 12192177"/>
              <a:gd name="connsiteY4" fmla="*/ 491692 h 494911"/>
              <a:gd name="connsiteX0" fmla="*/ 5227 w 12192177"/>
              <a:gd name="connsiteY0" fmla="*/ 475594 h 478813"/>
              <a:gd name="connsiteX1" fmla="*/ 0 w 12192177"/>
              <a:gd name="connsiteY1" fmla="*/ 189895 h 478813"/>
              <a:gd name="connsiteX2" fmla="*/ 12192177 w 12192177"/>
              <a:gd name="connsiteY2" fmla="*/ 0 h 478813"/>
              <a:gd name="connsiteX3" fmla="*/ 12192019 w 12192177"/>
              <a:gd name="connsiteY3" fmla="*/ 478813 h 478813"/>
              <a:gd name="connsiteX4" fmla="*/ 5227 w 12192177"/>
              <a:gd name="connsiteY4" fmla="*/ 475594 h 478813"/>
              <a:gd name="connsiteX0" fmla="*/ 22287 w 12209237"/>
              <a:gd name="connsiteY0" fmla="*/ 475594 h 478813"/>
              <a:gd name="connsiteX1" fmla="*/ 0 w 12209237"/>
              <a:gd name="connsiteY1" fmla="*/ 220603 h 478813"/>
              <a:gd name="connsiteX2" fmla="*/ 12209237 w 12209237"/>
              <a:gd name="connsiteY2" fmla="*/ 0 h 478813"/>
              <a:gd name="connsiteX3" fmla="*/ 12209079 w 12209237"/>
              <a:gd name="connsiteY3" fmla="*/ 478813 h 478813"/>
              <a:gd name="connsiteX4" fmla="*/ 22287 w 12209237"/>
              <a:gd name="connsiteY4" fmla="*/ 475594 h 478813"/>
              <a:gd name="connsiteX0" fmla="*/ 1815 w 12188765"/>
              <a:gd name="connsiteY0" fmla="*/ 475594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1815 w 12188765"/>
              <a:gd name="connsiteY4" fmla="*/ 475594 h 478813"/>
              <a:gd name="connsiteX0" fmla="*/ 369 w 12190731"/>
              <a:gd name="connsiteY0" fmla="*/ 479006 h 479006"/>
              <a:gd name="connsiteX1" fmla="*/ 1966 w 12190731"/>
              <a:gd name="connsiteY1" fmla="*/ 183072 h 479006"/>
              <a:gd name="connsiteX2" fmla="*/ 12190731 w 12190731"/>
              <a:gd name="connsiteY2" fmla="*/ 0 h 479006"/>
              <a:gd name="connsiteX3" fmla="*/ 12190573 w 12190731"/>
              <a:gd name="connsiteY3" fmla="*/ 478813 h 479006"/>
              <a:gd name="connsiteX4" fmla="*/ 369 w 12190731"/>
              <a:gd name="connsiteY4" fmla="*/ 479006 h 479006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0 w 12190362"/>
              <a:gd name="connsiteY0" fmla="*/ 475594 h 478813"/>
              <a:gd name="connsiteX1" fmla="*/ 1597 w 12190362"/>
              <a:gd name="connsiteY1" fmla="*/ 183072 h 478813"/>
              <a:gd name="connsiteX2" fmla="*/ 12190362 w 12190362"/>
              <a:gd name="connsiteY2" fmla="*/ 0 h 478813"/>
              <a:gd name="connsiteX3" fmla="*/ 12190204 w 12190362"/>
              <a:gd name="connsiteY3" fmla="*/ 478813 h 478813"/>
              <a:gd name="connsiteX4" fmla="*/ 0 w 12190362"/>
              <a:gd name="connsiteY4" fmla="*/ 475594 h 478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0362" h="478813">
                <a:moveTo>
                  <a:pt x="0" y="475594"/>
                </a:moveTo>
                <a:cubicBezTo>
                  <a:pt x="1670" y="482720"/>
                  <a:pt x="3339" y="278305"/>
                  <a:pt x="1597" y="183072"/>
                </a:cubicBezTo>
                <a:lnTo>
                  <a:pt x="12190362" y="0"/>
                </a:lnTo>
                <a:cubicBezTo>
                  <a:pt x="12190309" y="164970"/>
                  <a:pt x="12190257" y="313843"/>
                  <a:pt x="12190204" y="478813"/>
                </a:cubicBezTo>
                <a:lnTo>
                  <a:pt x="0" y="47559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2" name="Textfeld 28">
            <a:extLst>
              <a:ext uri="{FF2B5EF4-FFF2-40B4-BE49-F238E27FC236}">
                <a16:creationId xmlns:a16="http://schemas.microsoft.com/office/drawing/2014/main" id="{14B60836-9087-4AD6-9086-550A4A54CF90}"/>
              </a:ext>
            </a:extLst>
          </p:cNvPr>
          <p:cNvSpPr txBox="1"/>
          <p:nvPr userDrawn="1"/>
        </p:nvSpPr>
        <p:spPr>
          <a:xfrm>
            <a:off x="515939" y="6611938"/>
            <a:ext cx="3484562" cy="1280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noProof="0" dirty="0">
                <a:solidFill>
                  <a:schemeClr val="accent3"/>
                </a:solidFill>
                <a:latin typeface="+mj-lt"/>
                <a:ea typeface="Roboto" panose="02000000000000000000" pitchFamily="2" charset="0"/>
              </a:rPr>
              <a:t>© 2026 Bruker</a:t>
            </a:r>
          </a:p>
        </p:txBody>
      </p:sp>
      <p:sp>
        <p:nvSpPr>
          <p:cNvPr id="18" name="Textplatzhalter 3">
            <a:extLst>
              <a:ext uri="{FF2B5EF4-FFF2-40B4-BE49-F238E27FC236}">
                <a16:creationId xmlns:a16="http://schemas.microsoft.com/office/drawing/2014/main" id="{CD0720ED-B30A-489C-868F-1E3770C64D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9" y="296863"/>
            <a:ext cx="9420224" cy="13465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accent2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100 characters</a:t>
            </a:r>
          </a:p>
        </p:txBody>
      </p:sp>
      <p:sp>
        <p:nvSpPr>
          <p:cNvPr id="20" name="Titelplatzhalter 1">
            <a:extLst>
              <a:ext uri="{FF2B5EF4-FFF2-40B4-BE49-F238E27FC236}">
                <a16:creationId xmlns:a16="http://schemas.microsoft.com/office/drawing/2014/main" id="{3E75399A-3469-48C5-8D5D-7958975332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05635"/>
            <a:ext cx="9420225" cy="664797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/>
          <a:p>
            <a:pPr lvl="0"/>
            <a:r>
              <a:rPr lang="en-US" noProof="0" dirty="0"/>
              <a:t>Click to edit Master title with a maximum of </a:t>
            </a:r>
            <a:br>
              <a:rPr lang="en-US" noProof="0" dirty="0"/>
            </a:br>
            <a:r>
              <a:rPr lang="en-US" noProof="0" dirty="0"/>
              <a:t>approx. 120 characters in maximum two lines</a:t>
            </a:r>
          </a:p>
        </p:txBody>
      </p:sp>
      <p:sp>
        <p:nvSpPr>
          <p:cNvPr id="24" name="Content Placeholder 4">
            <a:extLst>
              <a:ext uri="{FF2B5EF4-FFF2-40B4-BE49-F238E27FC236}">
                <a16:creationId xmlns:a16="http://schemas.microsoft.com/office/drawing/2014/main" id="{4FD2095E-3337-4057-92A2-4038248C47C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15939" y="1592635"/>
            <a:ext cx="3484562" cy="4608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Content Placeholder 4">
            <a:extLst>
              <a:ext uri="{FF2B5EF4-FFF2-40B4-BE49-F238E27FC236}">
                <a16:creationId xmlns:a16="http://schemas.microsoft.com/office/drawing/2014/main" id="{780B78DF-AC7B-4E21-91DC-B666F3412B78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349751" y="1593176"/>
            <a:ext cx="3484562" cy="4608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E5C0D93-75D2-470E-BEAC-980E29256F9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91501" y="1592263"/>
            <a:ext cx="1655063" cy="1656437"/>
          </a:xfrm>
        </p:spPr>
        <p:txBody>
          <a:bodyPr/>
          <a:lstStyle>
            <a:lvl1pPr marL="0" indent="0">
              <a:buNone/>
              <a:defRPr i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54CF7607-A69A-42CC-8FB6-F3F389ECFCF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018127" y="1592262"/>
            <a:ext cx="1655063" cy="1656437"/>
          </a:xfrm>
        </p:spPr>
        <p:txBody>
          <a:bodyPr/>
          <a:lstStyle>
            <a:lvl1pPr marL="0" indent="0">
              <a:buNone/>
              <a:defRPr i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0C60D125-6C5F-45A5-AB23-80B7F0EBF5EC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191501" y="3429001"/>
            <a:ext cx="1655063" cy="1656437"/>
          </a:xfrm>
        </p:spPr>
        <p:txBody>
          <a:bodyPr/>
          <a:lstStyle>
            <a:lvl1pPr marL="0" indent="0">
              <a:buNone/>
              <a:defRPr i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61E7E8B5-1594-4B87-87B7-0790A528C81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018127" y="3429000"/>
            <a:ext cx="1655063" cy="1656437"/>
          </a:xfrm>
        </p:spPr>
        <p:txBody>
          <a:bodyPr/>
          <a:lstStyle>
            <a:lvl1pPr marL="0" indent="0">
              <a:buNone/>
              <a:defRPr i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Datumsplatzhalter 3">
            <a:extLst>
              <a:ext uri="{FF2B5EF4-FFF2-40B4-BE49-F238E27FC236}">
                <a16:creationId xmlns:a16="http://schemas.microsoft.com/office/drawing/2014/main" id="{26CFFD13-1B37-41A9-BE04-A2910FF338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0579" y="6611112"/>
            <a:ext cx="979694" cy="128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69E70A60-2046-492C-9B84-E225C90AF625}" type="datetime3">
              <a:rPr lang="en-US" smtClean="0"/>
              <a:t>5 May 2026</a:t>
            </a:fld>
            <a:endParaRPr lang="en-US" dirty="0"/>
          </a:p>
        </p:txBody>
      </p:sp>
      <p:sp>
        <p:nvSpPr>
          <p:cNvPr id="23" name="Foliennummernplatzhalter 5">
            <a:extLst>
              <a:ext uri="{FF2B5EF4-FFF2-40B4-BE49-F238E27FC236}">
                <a16:creationId xmlns:a16="http://schemas.microsoft.com/office/drawing/2014/main" id="{8448B5CB-B336-414C-A94E-7523541696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611112"/>
            <a:ext cx="291782" cy="12801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20213A-032B-FE42-940A-86A4C9AC44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F23ED1C9-2EE4-46F5-BCA2-AF314D53BE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1338" y="6611112"/>
            <a:ext cx="5925232" cy="128016"/>
          </a:xfrm>
          <a:prstGeom prst="rect">
            <a:avLst/>
          </a:prstGeom>
        </p:spPr>
        <p:txBody>
          <a:bodyPr vert="horz" lIns="0" tIns="0" rIns="4572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Innovation with Integrity</a:t>
            </a:r>
            <a:endParaRPr lang="en-US" dirty="0"/>
          </a:p>
        </p:txBody>
      </p:sp>
      <p:sp>
        <p:nvSpPr>
          <p:cNvPr id="30" name="Datumsplatzhalter 3">
            <a:extLst>
              <a:ext uri="{FF2B5EF4-FFF2-40B4-BE49-F238E27FC236}">
                <a16:creationId xmlns:a16="http://schemas.microsoft.com/office/drawing/2014/main" id="{1AA06B32-FCD2-40CE-8221-CEF1B23AB660}"/>
              </a:ext>
            </a:extLst>
          </p:cNvPr>
          <p:cNvSpPr txBox="1">
            <a:spLocks/>
          </p:cNvSpPr>
          <p:nvPr userDrawn="1"/>
        </p:nvSpPr>
        <p:spPr>
          <a:xfrm>
            <a:off x="11320272" y="6608530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latin typeface="+mj-lt"/>
              </a:rPr>
              <a:t>|</a:t>
            </a:r>
          </a:p>
        </p:txBody>
      </p:sp>
      <p:sp>
        <p:nvSpPr>
          <p:cNvPr id="31" name="Datumsplatzhalter 3">
            <a:extLst>
              <a:ext uri="{FF2B5EF4-FFF2-40B4-BE49-F238E27FC236}">
                <a16:creationId xmlns:a16="http://schemas.microsoft.com/office/drawing/2014/main" id="{444F65B9-AE8C-4FBE-A3D0-3CFF89296FA5}"/>
              </a:ext>
            </a:extLst>
          </p:cNvPr>
          <p:cNvSpPr txBox="1">
            <a:spLocks/>
          </p:cNvSpPr>
          <p:nvPr userDrawn="1"/>
        </p:nvSpPr>
        <p:spPr>
          <a:xfrm>
            <a:off x="10276570" y="6611112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latin typeface="+mj-lt"/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16152447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s Subtitle with 4 Pictures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rapez 1">
            <a:extLst>
              <a:ext uri="{FF2B5EF4-FFF2-40B4-BE49-F238E27FC236}">
                <a16:creationId xmlns:a16="http://schemas.microsoft.com/office/drawing/2014/main" id="{E26247D5-7FB8-3249-9F5E-7D09FAEF23E9}"/>
              </a:ext>
            </a:extLst>
          </p:cNvPr>
          <p:cNvSpPr/>
          <p:nvPr userDrawn="1"/>
        </p:nvSpPr>
        <p:spPr>
          <a:xfrm>
            <a:off x="0" y="6382800"/>
            <a:ext cx="12192000" cy="478813"/>
          </a:xfrm>
          <a:custGeom>
            <a:avLst/>
            <a:gdLst>
              <a:gd name="connsiteX0" fmla="*/ 0 w 12192000"/>
              <a:gd name="connsiteY0" fmla="*/ 512762 h 512762"/>
              <a:gd name="connsiteX1" fmla="*/ 128191 w 12192000"/>
              <a:gd name="connsiteY1" fmla="*/ 0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2000"/>
              <a:gd name="connsiteY0" fmla="*/ 512762 h 512762"/>
              <a:gd name="connsiteX1" fmla="*/ 3201 w 12192000"/>
              <a:gd name="connsiteY1" fmla="*/ 256559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5378"/>
              <a:gd name="connsiteY0" fmla="*/ 512762 h 512762"/>
              <a:gd name="connsiteX1" fmla="*/ 3201 w 12195378"/>
              <a:gd name="connsiteY1" fmla="*/ 256559 h 512762"/>
              <a:gd name="connsiteX2" fmla="*/ 12195378 w 12195378"/>
              <a:gd name="connsiteY2" fmla="*/ 0 h 512762"/>
              <a:gd name="connsiteX3" fmla="*/ 12192000 w 12195378"/>
              <a:gd name="connsiteY3" fmla="*/ 512762 h 512762"/>
              <a:gd name="connsiteX4" fmla="*/ 0 w 12195378"/>
              <a:gd name="connsiteY4" fmla="*/ 512762 h 512762"/>
              <a:gd name="connsiteX0" fmla="*/ 0 w 12208020"/>
              <a:gd name="connsiteY0" fmla="*/ 479051 h 479051"/>
              <a:gd name="connsiteX1" fmla="*/ 3201 w 12208020"/>
              <a:gd name="connsiteY1" fmla="*/ 222848 h 479051"/>
              <a:gd name="connsiteX2" fmla="*/ 12208020 w 12208020"/>
              <a:gd name="connsiteY2" fmla="*/ 0 h 479051"/>
              <a:gd name="connsiteX3" fmla="*/ 12192000 w 12208020"/>
              <a:gd name="connsiteY3" fmla="*/ 479051 h 479051"/>
              <a:gd name="connsiteX4" fmla="*/ 0 w 12208020"/>
              <a:gd name="connsiteY4" fmla="*/ 479051 h 479051"/>
              <a:gd name="connsiteX0" fmla="*/ 0 w 12195378"/>
              <a:gd name="connsiteY0" fmla="*/ 491692 h 491692"/>
              <a:gd name="connsiteX1" fmla="*/ 3201 w 12195378"/>
              <a:gd name="connsiteY1" fmla="*/ 235489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7415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3201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5227 w 12192177"/>
              <a:gd name="connsiteY0" fmla="*/ 491692 h 491692"/>
              <a:gd name="connsiteX1" fmla="*/ 0 w 12192177"/>
              <a:gd name="connsiteY1" fmla="*/ 205993 h 491692"/>
              <a:gd name="connsiteX2" fmla="*/ 12192177 w 12192177"/>
              <a:gd name="connsiteY2" fmla="*/ 0 h 491692"/>
              <a:gd name="connsiteX3" fmla="*/ 12188799 w 12192177"/>
              <a:gd name="connsiteY3" fmla="*/ 491692 h 491692"/>
              <a:gd name="connsiteX4" fmla="*/ 5227 w 12192177"/>
              <a:gd name="connsiteY4" fmla="*/ 491692 h 491692"/>
              <a:gd name="connsiteX0" fmla="*/ 5227 w 12192177"/>
              <a:gd name="connsiteY0" fmla="*/ 491692 h 494911"/>
              <a:gd name="connsiteX1" fmla="*/ 0 w 12192177"/>
              <a:gd name="connsiteY1" fmla="*/ 205993 h 494911"/>
              <a:gd name="connsiteX2" fmla="*/ 12192177 w 12192177"/>
              <a:gd name="connsiteY2" fmla="*/ 0 h 494911"/>
              <a:gd name="connsiteX3" fmla="*/ 12192019 w 12192177"/>
              <a:gd name="connsiteY3" fmla="*/ 494911 h 494911"/>
              <a:gd name="connsiteX4" fmla="*/ 5227 w 12192177"/>
              <a:gd name="connsiteY4" fmla="*/ 491692 h 494911"/>
              <a:gd name="connsiteX0" fmla="*/ 5227 w 12192177"/>
              <a:gd name="connsiteY0" fmla="*/ 475594 h 478813"/>
              <a:gd name="connsiteX1" fmla="*/ 0 w 12192177"/>
              <a:gd name="connsiteY1" fmla="*/ 189895 h 478813"/>
              <a:gd name="connsiteX2" fmla="*/ 12192177 w 12192177"/>
              <a:gd name="connsiteY2" fmla="*/ 0 h 478813"/>
              <a:gd name="connsiteX3" fmla="*/ 12192019 w 12192177"/>
              <a:gd name="connsiteY3" fmla="*/ 478813 h 478813"/>
              <a:gd name="connsiteX4" fmla="*/ 5227 w 12192177"/>
              <a:gd name="connsiteY4" fmla="*/ 475594 h 478813"/>
              <a:gd name="connsiteX0" fmla="*/ 22287 w 12209237"/>
              <a:gd name="connsiteY0" fmla="*/ 475594 h 478813"/>
              <a:gd name="connsiteX1" fmla="*/ 0 w 12209237"/>
              <a:gd name="connsiteY1" fmla="*/ 220603 h 478813"/>
              <a:gd name="connsiteX2" fmla="*/ 12209237 w 12209237"/>
              <a:gd name="connsiteY2" fmla="*/ 0 h 478813"/>
              <a:gd name="connsiteX3" fmla="*/ 12209079 w 12209237"/>
              <a:gd name="connsiteY3" fmla="*/ 478813 h 478813"/>
              <a:gd name="connsiteX4" fmla="*/ 22287 w 12209237"/>
              <a:gd name="connsiteY4" fmla="*/ 475594 h 478813"/>
              <a:gd name="connsiteX0" fmla="*/ 1815 w 12188765"/>
              <a:gd name="connsiteY0" fmla="*/ 475594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1815 w 12188765"/>
              <a:gd name="connsiteY4" fmla="*/ 475594 h 478813"/>
              <a:gd name="connsiteX0" fmla="*/ 369 w 12190731"/>
              <a:gd name="connsiteY0" fmla="*/ 479006 h 479006"/>
              <a:gd name="connsiteX1" fmla="*/ 1966 w 12190731"/>
              <a:gd name="connsiteY1" fmla="*/ 183072 h 479006"/>
              <a:gd name="connsiteX2" fmla="*/ 12190731 w 12190731"/>
              <a:gd name="connsiteY2" fmla="*/ 0 h 479006"/>
              <a:gd name="connsiteX3" fmla="*/ 12190573 w 12190731"/>
              <a:gd name="connsiteY3" fmla="*/ 478813 h 479006"/>
              <a:gd name="connsiteX4" fmla="*/ 369 w 12190731"/>
              <a:gd name="connsiteY4" fmla="*/ 479006 h 479006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0 w 12190362"/>
              <a:gd name="connsiteY0" fmla="*/ 475594 h 478813"/>
              <a:gd name="connsiteX1" fmla="*/ 1597 w 12190362"/>
              <a:gd name="connsiteY1" fmla="*/ 183072 h 478813"/>
              <a:gd name="connsiteX2" fmla="*/ 12190362 w 12190362"/>
              <a:gd name="connsiteY2" fmla="*/ 0 h 478813"/>
              <a:gd name="connsiteX3" fmla="*/ 12190204 w 12190362"/>
              <a:gd name="connsiteY3" fmla="*/ 478813 h 478813"/>
              <a:gd name="connsiteX4" fmla="*/ 0 w 12190362"/>
              <a:gd name="connsiteY4" fmla="*/ 475594 h 478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0362" h="478813">
                <a:moveTo>
                  <a:pt x="0" y="475594"/>
                </a:moveTo>
                <a:cubicBezTo>
                  <a:pt x="1670" y="482720"/>
                  <a:pt x="3339" y="278305"/>
                  <a:pt x="1597" y="183072"/>
                </a:cubicBezTo>
                <a:lnTo>
                  <a:pt x="12190362" y="0"/>
                </a:lnTo>
                <a:cubicBezTo>
                  <a:pt x="12190309" y="164970"/>
                  <a:pt x="12190257" y="313843"/>
                  <a:pt x="12190204" y="478813"/>
                </a:cubicBezTo>
                <a:lnTo>
                  <a:pt x="0" y="47559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2" name="Textfeld 28">
            <a:extLst>
              <a:ext uri="{FF2B5EF4-FFF2-40B4-BE49-F238E27FC236}">
                <a16:creationId xmlns:a16="http://schemas.microsoft.com/office/drawing/2014/main" id="{14B60836-9087-4AD6-9086-550A4A54CF90}"/>
              </a:ext>
            </a:extLst>
          </p:cNvPr>
          <p:cNvSpPr txBox="1"/>
          <p:nvPr userDrawn="1"/>
        </p:nvSpPr>
        <p:spPr>
          <a:xfrm>
            <a:off x="515939" y="6611938"/>
            <a:ext cx="3484562" cy="1280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noProof="0" dirty="0">
                <a:solidFill>
                  <a:schemeClr val="accent3"/>
                </a:solidFill>
                <a:latin typeface="+mj-lt"/>
                <a:ea typeface="Roboto" panose="02000000000000000000" pitchFamily="2" charset="0"/>
              </a:rPr>
              <a:t>© 2026 Bruker</a:t>
            </a:r>
          </a:p>
        </p:txBody>
      </p:sp>
      <p:sp>
        <p:nvSpPr>
          <p:cNvPr id="18" name="Textplatzhalter 3">
            <a:extLst>
              <a:ext uri="{FF2B5EF4-FFF2-40B4-BE49-F238E27FC236}">
                <a16:creationId xmlns:a16="http://schemas.microsoft.com/office/drawing/2014/main" id="{CD0720ED-B30A-489C-868F-1E3770C64D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9" y="296863"/>
            <a:ext cx="9420224" cy="13465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accent2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100 characters</a:t>
            </a:r>
          </a:p>
        </p:txBody>
      </p:sp>
      <p:sp>
        <p:nvSpPr>
          <p:cNvPr id="20" name="Titelplatzhalter 1">
            <a:extLst>
              <a:ext uri="{FF2B5EF4-FFF2-40B4-BE49-F238E27FC236}">
                <a16:creationId xmlns:a16="http://schemas.microsoft.com/office/drawing/2014/main" id="{3E75399A-3469-48C5-8D5D-7958975332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05635"/>
            <a:ext cx="9420225" cy="664797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/>
          <a:p>
            <a:pPr lvl="0"/>
            <a:r>
              <a:rPr lang="en-US" noProof="0" dirty="0"/>
              <a:t>Click to edit Master title with a maximum of </a:t>
            </a:r>
            <a:br>
              <a:rPr lang="en-US" noProof="0" dirty="0"/>
            </a:br>
            <a:r>
              <a:rPr lang="en-US" noProof="0" dirty="0"/>
              <a:t>approx. 120 characters in maximum two lines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E5C0D93-75D2-470E-BEAC-980E29256F9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91501" y="1592263"/>
            <a:ext cx="1655063" cy="1656437"/>
          </a:xfrm>
        </p:spPr>
        <p:txBody>
          <a:bodyPr/>
          <a:lstStyle>
            <a:lvl1pPr marL="0" indent="0">
              <a:buNone/>
              <a:defRPr i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54CF7607-A69A-42CC-8FB6-F3F389ECFCF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018127" y="1592262"/>
            <a:ext cx="1655063" cy="1656437"/>
          </a:xfrm>
        </p:spPr>
        <p:txBody>
          <a:bodyPr/>
          <a:lstStyle>
            <a:lvl1pPr marL="0" indent="0">
              <a:buNone/>
              <a:defRPr i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0C60D125-6C5F-45A5-AB23-80B7F0EBF5EC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191501" y="3429001"/>
            <a:ext cx="1655063" cy="1656437"/>
          </a:xfrm>
        </p:spPr>
        <p:txBody>
          <a:bodyPr/>
          <a:lstStyle>
            <a:lvl1pPr marL="0" indent="0">
              <a:buNone/>
              <a:defRPr i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61E7E8B5-1594-4B87-87B7-0790A528C81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018127" y="3429000"/>
            <a:ext cx="1655063" cy="1656437"/>
          </a:xfrm>
        </p:spPr>
        <p:txBody>
          <a:bodyPr/>
          <a:lstStyle>
            <a:lvl1pPr marL="0" indent="0">
              <a:buNone/>
              <a:defRPr i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Datumsplatzhalter 3">
            <a:extLst>
              <a:ext uri="{FF2B5EF4-FFF2-40B4-BE49-F238E27FC236}">
                <a16:creationId xmlns:a16="http://schemas.microsoft.com/office/drawing/2014/main" id="{00795C72-6037-4414-A9AA-8EABFD5EE9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0579" y="6611112"/>
            <a:ext cx="979694" cy="128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5BC62C21-ADA2-43AA-A8E8-18006D65F120}" type="datetime3">
              <a:rPr lang="en-US" smtClean="0"/>
              <a:t>5 May 2026</a:t>
            </a:fld>
            <a:endParaRPr lang="en-US" dirty="0"/>
          </a:p>
        </p:txBody>
      </p:sp>
      <p:sp>
        <p:nvSpPr>
          <p:cNvPr id="33" name="Foliennummernplatzhalter 5">
            <a:extLst>
              <a:ext uri="{FF2B5EF4-FFF2-40B4-BE49-F238E27FC236}">
                <a16:creationId xmlns:a16="http://schemas.microsoft.com/office/drawing/2014/main" id="{26C1FEE9-7E78-4B32-8D5C-41F614B327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611112"/>
            <a:ext cx="291782" cy="12801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20213A-032B-FE42-940A-86A4C9AC44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Footer Placeholder 4">
            <a:extLst>
              <a:ext uri="{FF2B5EF4-FFF2-40B4-BE49-F238E27FC236}">
                <a16:creationId xmlns:a16="http://schemas.microsoft.com/office/drawing/2014/main" id="{B0B5D3E9-39DE-48AB-BEB8-46A01F6FC0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1338" y="6611112"/>
            <a:ext cx="5925232" cy="128016"/>
          </a:xfrm>
          <a:prstGeom prst="rect">
            <a:avLst/>
          </a:prstGeom>
        </p:spPr>
        <p:txBody>
          <a:bodyPr vert="horz" lIns="0" tIns="0" rIns="4572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Innovation with Integrity</a:t>
            </a:r>
            <a:endParaRPr lang="en-US" dirty="0"/>
          </a:p>
        </p:txBody>
      </p:sp>
      <p:sp>
        <p:nvSpPr>
          <p:cNvPr id="35" name="Datumsplatzhalter 3">
            <a:extLst>
              <a:ext uri="{FF2B5EF4-FFF2-40B4-BE49-F238E27FC236}">
                <a16:creationId xmlns:a16="http://schemas.microsoft.com/office/drawing/2014/main" id="{59EC7D28-177E-4734-A34E-453116A47B54}"/>
              </a:ext>
            </a:extLst>
          </p:cNvPr>
          <p:cNvSpPr txBox="1">
            <a:spLocks/>
          </p:cNvSpPr>
          <p:nvPr userDrawn="1"/>
        </p:nvSpPr>
        <p:spPr>
          <a:xfrm>
            <a:off x="11320272" y="6608530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latin typeface="+mj-lt"/>
              </a:rPr>
              <a:t>|</a:t>
            </a:r>
          </a:p>
        </p:txBody>
      </p:sp>
      <p:sp>
        <p:nvSpPr>
          <p:cNvPr id="36" name="Datumsplatzhalter 3">
            <a:extLst>
              <a:ext uri="{FF2B5EF4-FFF2-40B4-BE49-F238E27FC236}">
                <a16:creationId xmlns:a16="http://schemas.microsoft.com/office/drawing/2014/main" id="{A17D453C-7BFB-402F-8F5E-D8F923A121AF}"/>
              </a:ext>
            </a:extLst>
          </p:cNvPr>
          <p:cNvSpPr txBox="1">
            <a:spLocks/>
          </p:cNvSpPr>
          <p:nvPr userDrawn="1"/>
        </p:nvSpPr>
        <p:spPr>
          <a:xfrm>
            <a:off x="10276570" y="6611112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latin typeface="+mj-lt"/>
              </a:rPr>
              <a:t>|</a:t>
            </a:r>
          </a:p>
        </p:txBody>
      </p:sp>
      <p:sp>
        <p:nvSpPr>
          <p:cNvPr id="40" name="Content Placeholder 4">
            <a:extLst>
              <a:ext uri="{FF2B5EF4-FFF2-40B4-BE49-F238E27FC236}">
                <a16:creationId xmlns:a16="http://schemas.microsoft.com/office/drawing/2014/main" id="{F7EA93E6-187B-46EE-9CF1-36A08A2BFB0E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15937" y="2210577"/>
            <a:ext cx="3484564" cy="3990198"/>
          </a:xfrm>
        </p:spPr>
        <p:txBody>
          <a:bodyPr t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Content Placeholder 4">
            <a:extLst>
              <a:ext uri="{FF2B5EF4-FFF2-40B4-BE49-F238E27FC236}">
                <a16:creationId xmlns:a16="http://schemas.microsoft.com/office/drawing/2014/main" id="{E2DF69DD-51F9-415A-929E-790824554E85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15937" y="1592261"/>
            <a:ext cx="3484564" cy="61567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35000"/>
              <a:buFont typeface="Roboto Light" panose="02000000000000000000" pitchFamily="2" charset="0"/>
              <a:buNone/>
              <a:tabLst/>
              <a:defRPr/>
            </a:pPr>
            <a:r>
              <a:rPr lang="en-US" dirty="0"/>
              <a:t>Click to edit Master subtitle</a:t>
            </a:r>
            <a:br>
              <a:rPr lang="en-US" dirty="0"/>
            </a:br>
            <a:r>
              <a:rPr lang="en-US" dirty="0"/>
              <a:t>max. approx. 55 characters </a:t>
            </a:r>
          </a:p>
        </p:txBody>
      </p:sp>
      <p:sp>
        <p:nvSpPr>
          <p:cNvPr id="43" name="Content Placeholder 4">
            <a:extLst>
              <a:ext uri="{FF2B5EF4-FFF2-40B4-BE49-F238E27FC236}">
                <a16:creationId xmlns:a16="http://schemas.microsoft.com/office/drawing/2014/main" id="{0C06816A-2C2A-4EE3-B111-9F24E0DBF189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353718" y="2210577"/>
            <a:ext cx="3484564" cy="3990198"/>
          </a:xfrm>
        </p:spPr>
        <p:txBody>
          <a:bodyPr t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4" name="Content Placeholder 4">
            <a:extLst>
              <a:ext uri="{FF2B5EF4-FFF2-40B4-BE49-F238E27FC236}">
                <a16:creationId xmlns:a16="http://schemas.microsoft.com/office/drawing/2014/main" id="{4EC038A3-ABF3-4A85-898C-78E58B7C8FA0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4353718" y="1592261"/>
            <a:ext cx="3484564" cy="61567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35000"/>
              <a:buFont typeface="Roboto Light" panose="02000000000000000000" pitchFamily="2" charset="0"/>
              <a:buNone/>
              <a:tabLst/>
              <a:defRPr/>
            </a:pPr>
            <a:r>
              <a:rPr lang="en-US" dirty="0"/>
              <a:t>Click to edit Master subtitle</a:t>
            </a:r>
            <a:br>
              <a:rPr lang="en-US" dirty="0"/>
            </a:br>
            <a:r>
              <a:rPr lang="en-US" dirty="0"/>
              <a:t>max. approx. 55 characters </a:t>
            </a:r>
          </a:p>
        </p:txBody>
      </p:sp>
    </p:spTree>
    <p:extLst>
      <p:ext uri="{BB962C8B-B14F-4D97-AF65-F5344CB8AC3E}">
        <p14:creationId xmlns:p14="http://schemas.microsoft.com/office/powerpoint/2010/main" val="4732331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s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rapez 1">
            <a:extLst>
              <a:ext uri="{FF2B5EF4-FFF2-40B4-BE49-F238E27FC236}">
                <a16:creationId xmlns:a16="http://schemas.microsoft.com/office/drawing/2014/main" id="{E26247D5-7FB8-3249-9F5E-7D09FAEF23E9}"/>
              </a:ext>
            </a:extLst>
          </p:cNvPr>
          <p:cNvSpPr/>
          <p:nvPr userDrawn="1"/>
        </p:nvSpPr>
        <p:spPr>
          <a:xfrm>
            <a:off x="0" y="6382800"/>
            <a:ext cx="12192000" cy="478813"/>
          </a:xfrm>
          <a:custGeom>
            <a:avLst/>
            <a:gdLst>
              <a:gd name="connsiteX0" fmla="*/ 0 w 12192000"/>
              <a:gd name="connsiteY0" fmla="*/ 512762 h 512762"/>
              <a:gd name="connsiteX1" fmla="*/ 128191 w 12192000"/>
              <a:gd name="connsiteY1" fmla="*/ 0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2000"/>
              <a:gd name="connsiteY0" fmla="*/ 512762 h 512762"/>
              <a:gd name="connsiteX1" fmla="*/ 3201 w 12192000"/>
              <a:gd name="connsiteY1" fmla="*/ 256559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5378"/>
              <a:gd name="connsiteY0" fmla="*/ 512762 h 512762"/>
              <a:gd name="connsiteX1" fmla="*/ 3201 w 12195378"/>
              <a:gd name="connsiteY1" fmla="*/ 256559 h 512762"/>
              <a:gd name="connsiteX2" fmla="*/ 12195378 w 12195378"/>
              <a:gd name="connsiteY2" fmla="*/ 0 h 512762"/>
              <a:gd name="connsiteX3" fmla="*/ 12192000 w 12195378"/>
              <a:gd name="connsiteY3" fmla="*/ 512762 h 512762"/>
              <a:gd name="connsiteX4" fmla="*/ 0 w 12195378"/>
              <a:gd name="connsiteY4" fmla="*/ 512762 h 512762"/>
              <a:gd name="connsiteX0" fmla="*/ 0 w 12208020"/>
              <a:gd name="connsiteY0" fmla="*/ 479051 h 479051"/>
              <a:gd name="connsiteX1" fmla="*/ 3201 w 12208020"/>
              <a:gd name="connsiteY1" fmla="*/ 222848 h 479051"/>
              <a:gd name="connsiteX2" fmla="*/ 12208020 w 12208020"/>
              <a:gd name="connsiteY2" fmla="*/ 0 h 479051"/>
              <a:gd name="connsiteX3" fmla="*/ 12192000 w 12208020"/>
              <a:gd name="connsiteY3" fmla="*/ 479051 h 479051"/>
              <a:gd name="connsiteX4" fmla="*/ 0 w 12208020"/>
              <a:gd name="connsiteY4" fmla="*/ 479051 h 479051"/>
              <a:gd name="connsiteX0" fmla="*/ 0 w 12195378"/>
              <a:gd name="connsiteY0" fmla="*/ 491692 h 491692"/>
              <a:gd name="connsiteX1" fmla="*/ 3201 w 12195378"/>
              <a:gd name="connsiteY1" fmla="*/ 235489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7415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3201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5227 w 12192177"/>
              <a:gd name="connsiteY0" fmla="*/ 491692 h 491692"/>
              <a:gd name="connsiteX1" fmla="*/ 0 w 12192177"/>
              <a:gd name="connsiteY1" fmla="*/ 205993 h 491692"/>
              <a:gd name="connsiteX2" fmla="*/ 12192177 w 12192177"/>
              <a:gd name="connsiteY2" fmla="*/ 0 h 491692"/>
              <a:gd name="connsiteX3" fmla="*/ 12188799 w 12192177"/>
              <a:gd name="connsiteY3" fmla="*/ 491692 h 491692"/>
              <a:gd name="connsiteX4" fmla="*/ 5227 w 12192177"/>
              <a:gd name="connsiteY4" fmla="*/ 491692 h 491692"/>
              <a:gd name="connsiteX0" fmla="*/ 5227 w 12192177"/>
              <a:gd name="connsiteY0" fmla="*/ 491692 h 494911"/>
              <a:gd name="connsiteX1" fmla="*/ 0 w 12192177"/>
              <a:gd name="connsiteY1" fmla="*/ 205993 h 494911"/>
              <a:gd name="connsiteX2" fmla="*/ 12192177 w 12192177"/>
              <a:gd name="connsiteY2" fmla="*/ 0 h 494911"/>
              <a:gd name="connsiteX3" fmla="*/ 12192019 w 12192177"/>
              <a:gd name="connsiteY3" fmla="*/ 494911 h 494911"/>
              <a:gd name="connsiteX4" fmla="*/ 5227 w 12192177"/>
              <a:gd name="connsiteY4" fmla="*/ 491692 h 494911"/>
              <a:gd name="connsiteX0" fmla="*/ 5227 w 12192177"/>
              <a:gd name="connsiteY0" fmla="*/ 475594 h 478813"/>
              <a:gd name="connsiteX1" fmla="*/ 0 w 12192177"/>
              <a:gd name="connsiteY1" fmla="*/ 189895 h 478813"/>
              <a:gd name="connsiteX2" fmla="*/ 12192177 w 12192177"/>
              <a:gd name="connsiteY2" fmla="*/ 0 h 478813"/>
              <a:gd name="connsiteX3" fmla="*/ 12192019 w 12192177"/>
              <a:gd name="connsiteY3" fmla="*/ 478813 h 478813"/>
              <a:gd name="connsiteX4" fmla="*/ 5227 w 12192177"/>
              <a:gd name="connsiteY4" fmla="*/ 475594 h 478813"/>
              <a:gd name="connsiteX0" fmla="*/ 22287 w 12209237"/>
              <a:gd name="connsiteY0" fmla="*/ 475594 h 478813"/>
              <a:gd name="connsiteX1" fmla="*/ 0 w 12209237"/>
              <a:gd name="connsiteY1" fmla="*/ 220603 h 478813"/>
              <a:gd name="connsiteX2" fmla="*/ 12209237 w 12209237"/>
              <a:gd name="connsiteY2" fmla="*/ 0 h 478813"/>
              <a:gd name="connsiteX3" fmla="*/ 12209079 w 12209237"/>
              <a:gd name="connsiteY3" fmla="*/ 478813 h 478813"/>
              <a:gd name="connsiteX4" fmla="*/ 22287 w 12209237"/>
              <a:gd name="connsiteY4" fmla="*/ 475594 h 478813"/>
              <a:gd name="connsiteX0" fmla="*/ 1815 w 12188765"/>
              <a:gd name="connsiteY0" fmla="*/ 475594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1815 w 12188765"/>
              <a:gd name="connsiteY4" fmla="*/ 475594 h 478813"/>
              <a:gd name="connsiteX0" fmla="*/ 369 w 12190731"/>
              <a:gd name="connsiteY0" fmla="*/ 479006 h 479006"/>
              <a:gd name="connsiteX1" fmla="*/ 1966 w 12190731"/>
              <a:gd name="connsiteY1" fmla="*/ 183072 h 479006"/>
              <a:gd name="connsiteX2" fmla="*/ 12190731 w 12190731"/>
              <a:gd name="connsiteY2" fmla="*/ 0 h 479006"/>
              <a:gd name="connsiteX3" fmla="*/ 12190573 w 12190731"/>
              <a:gd name="connsiteY3" fmla="*/ 478813 h 479006"/>
              <a:gd name="connsiteX4" fmla="*/ 369 w 12190731"/>
              <a:gd name="connsiteY4" fmla="*/ 479006 h 479006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0 w 12190362"/>
              <a:gd name="connsiteY0" fmla="*/ 475594 h 478813"/>
              <a:gd name="connsiteX1" fmla="*/ 1597 w 12190362"/>
              <a:gd name="connsiteY1" fmla="*/ 183072 h 478813"/>
              <a:gd name="connsiteX2" fmla="*/ 12190362 w 12190362"/>
              <a:gd name="connsiteY2" fmla="*/ 0 h 478813"/>
              <a:gd name="connsiteX3" fmla="*/ 12190204 w 12190362"/>
              <a:gd name="connsiteY3" fmla="*/ 478813 h 478813"/>
              <a:gd name="connsiteX4" fmla="*/ 0 w 12190362"/>
              <a:gd name="connsiteY4" fmla="*/ 475594 h 478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0362" h="478813">
                <a:moveTo>
                  <a:pt x="0" y="475594"/>
                </a:moveTo>
                <a:cubicBezTo>
                  <a:pt x="1670" y="482720"/>
                  <a:pt x="3339" y="278305"/>
                  <a:pt x="1597" y="183072"/>
                </a:cubicBezTo>
                <a:lnTo>
                  <a:pt x="12190362" y="0"/>
                </a:lnTo>
                <a:cubicBezTo>
                  <a:pt x="12190309" y="164970"/>
                  <a:pt x="12190257" y="313843"/>
                  <a:pt x="12190204" y="478813"/>
                </a:cubicBezTo>
                <a:lnTo>
                  <a:pt x="0" y="47559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3" name="Textfeld 28">
            <a:extLst>
              <a:ext uri="{FF2B5EF4-FFF2-40B4-BE49-F238E27FC236}">
                <a16:creationId xmlns:a16="http://schemas.microsoft.com/office/drawing/2014/main" id="{85B3252C-7552-451C-81A1-5E9817CC15A8}"/>
              </a:ext>
            </a:extLst>
          </p:cNvPr>
          <p:cNvSpPr txBox="1"/>
          <p:nvPr userDrawn="1"/>
        </p:nvSpPr>
        <p:spPr>
          <a:xfrm>
            <a:off x="515939" y="6611938"/>
            <a:ext cx="3484562" cy="1280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noProof="0" dirty="0">
                <a:solidFill>
                  <a:schemeClr val="accent3"/>
                </a:solidFill>
                <a:latin typeface="+mj-lt"/>
                <a:ea typeface="Roboto" panose="02000000000000000000" pitchFamily="2" charset="0"/>
              </a:rPr>
              <a:t>© 2026 Bruker</a:t>
            </a:r>
          </a:p>
        </p:txBody>
      </p: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D105A2D9-E0AC-42BF-93B5-6687691703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9" y="296863"/>
            <a:ext cx="9420224" cy="13465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accent2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100 characters</a:t>
            </a:r>
          </a:p>
        </p:txBody>
      </p:sp>
      <p:sp>
        <p:nvSpPr>
          <p:cNvPr id="15" name="Titelplatzhalter 1">
            <a:extLst>
              <a:ext uri="{FF2B5EF4-FFF2-40B4-BE49-F238E27FC236}">
                <a16:creationId xmlns:a16="http://schemas.microsoft.com/office/drawing/2014/main" id="{5981B8C9-BF31-443D-9E06-96DBDC343E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05635"/>
            <a:ext cx="9420225" cy="664797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/>
          <a:p>
            <a:pPr lvl="0"/>
            <a:r>
              <a:rPr lang="en-US" noProof="0" dirty="0"/>
              <a:t>Click to edit Master title with a maximum of </a:t>
            </a:r>
            <a:br>
              <a:rPr lang="en-US" noProof="0" dirty="0"/>
            </a:br>
            <a:r>
              <a:rPr lang="en-US" noProof="0" dirty="0"/>
              <a:t>approx. 120 characters in maximum two lines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26BFA9D4-2BD0-46B0-8E5E-DF00963BB663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15939" y="1592635"/>
            <a:ext cx="3484562" cy="4608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AC67EFC9-BEC1-4E7B-8D22-F1F48A908A84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349751" y="1593176"/>
            <a:ext cx="3484562" cy="4608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E63A0A42-E5F2-459E-85C1-B52C0FC24F3A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8191501" y="1592263"/>
            <a:ext cx="3484562" cy="4608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Datumsplatzhalter 3">
            <a:extLst>
              <a:ext uri="{FF2B5EF4-FFF2-40B4-BE49-F238E27FC236}">
                <a16:creationId xmlns:a16="http://schemas.microsoft.com/office/drawing/2014/main" id="{3CEDD52D-C433-46B5-9F79-BE189CAB58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0579" y="6611112"/>
            <a:ext cx="979694" cy="128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38037E56-06A5-4E79-AF41-83FCF5727472}" type="datetime3">
              <a:rPr lang="en-US" smtClean="0"/>
              <a:t>5 May 2026</a:t>
            </a:fld>
            <a:endParaRPr lang="en-US" dirty="0"/>
          </a:p>
        </p:txBody>
      </p:sp>
      <p:sp>
        <p:nvSpPr>
          <p:cNvPr id="28" name="Foliennummernplatzhalter 5">
            <a:extLst>
              <a:ext uri="{FF2B5EF4-FFF2-40B4-BE49-F238E27FC236}">
                <a16:creationId xmlns:a16="http://schemas.microsoft.com/office/drawing/2014/main" id="{E838735C-6296-4394-A5E9-274AE0A5B7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611112"/>
            <a:ext cx="291782" cy="12801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20213A-032B-FE42-940A-86A4C9AC44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D71BD509-4E91-4647-9BC2-47CE1987E5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1338" y="6611112"/>
            <a:ext cx="5925232" cy="128016"/>
          </a:xfrm>
          <a:prstGeom prst="rect">
            <a:avLst/>
          </a:prstGeom>
        </p:spPr>
        <p:txBody>
          <a:bodyPr vert="horz" lIns="0" tIns="0" rIns="4572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Innovation with Integrity</a:t>
            </a:r>
            <a:endParaRPr lang="en-US" dirty="0"/>
          </a:p>
        </p:txBody>
      </p:sp>
      <p:sp>
        <p:nvSpPr>
          <p:cNvPr id="30" name="Datumsplatzhalter 3">
            <a:extLst>
              <a:ext uri="{FF2B5EF4-FFF2-40B4-BE49-F238E27FC236}">
                <a16:creationId xmlns:a16="http://schemas.microsoft.com/office/drawing/2014/main" id="{CCF1AD21-730B-4B0B-92E6-D81BE7171A1F}"/>
              </a:ext>
            </a:extLst>
          </p:cNvPr>
          <p:cNvSpPr txBox="1">
            <a:spLocks/>
          </p:cNvSpPr>
          <p:nvPr userDrawn="1"/>
        </p:nvSpPr>
        <p:spPr>
          <a:xfrm>
            <a:off x="11320272" y="6608530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latin typeface="+mj-lt"/>
              </a:rPr>
              <a:t>|</a:t>
            </a:r>
          </a:p>
        </p:txBody>
      </p:sp>
      <p:sp>
        <p:nvSpPr>
          <p:cNvPr id="31" name="Datumsplatzhalter 3">
            <a:extLst>
              <a:ext uri="{FF2B5EF4-FFF2-40B4-BE49-F238E27FC236}">
                <a16:creationId xmlns:a16="http://schemas.microsoft.com/office/drawing/2014/main" id="{6088C73C-C6E1-49F4-BEDB-41AB9338C428}"/>
              </a:ext>
            </a:extLst>
          </p:cNvPr>
          <p:cNvSpPr txBox="1">
            <a:spLocks/>
          </p:cNvSpPr>
          <p:nvPr userDrawn="1"/>
        </p:nvSpPr>
        <p:spPr>
          <a:xfrm>
            <a:off x="10276570" y="6611112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latin typeface="+mj-lt"/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31591125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s Subtitl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rapez 1">
            <a:extLst>
              <a:ext uri="{FF2B5EF4-FFF2-40B4-BE49-F238E27FC236}">
                <a16:creationId xmlns:a16="http://schemas.microsoft.com/office/drawing/2014/main" id="{E26247D5-7FB8-3249-9F5E-7D09FAEF23E9}"/>
              </a:ext>
            </a:extLst>
          </p:cNvPr>
          <p:cNvSpPr/>
          <p:nvPr userDrawn="1"/>
        </p:nvSpPr>
        <p:spPr>
          <a:xfrm>
            <a:off x="0" y="6382800"/>
            <a:ext cx="12192000" cy="478813"/>
          </a:xfrm>
          <a:custGeom>
            <a:avLst/>
            <a:gdLst>
              <a:gd name="connsiteX0" fmla="*/ 0 w 12192000"/>
              <a:gd name="connsiteY0" fmla="*/ 512762 h 512762"/>
              <a:gd name="connsiteX1" fmla="*/ 128191 w 12192000"/>
              <a:gd name="connsiteY1" fmla="*/ 0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2000"/>
              <a:gd name="connsiteY0" fmla="*/ 512762 h 512762"/>
              <a:gd name="connsiteX1" fmla="*/ 3201 w 12192000"/>
              <a:gd name="connsiteY1" fmla="*/ 256559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5378"/>
              <a:gd name="connsiteY0" fmla="*/ 512762 h 512762"/>
              <a:gd name="connsiteX1" fmla="*/ 3201 w 12195378"/>
              <a:gd name="connsiteY1" fmla="*/ 256559 h 512762"/>
              <a:gd name="connsiteX2" fmla="*/ 12195378 w 12195378"/>
              <a:gd name="connsiteY2" fmla="*/ 0 h 512762"/>
              <a:gd name="connsiteX3" fmla="*/ 12192000 w 12195378"/>
              <a:gd name="connsiteY3" fmla="*/ 512762 h 512762"/>
              <a:gd name="connsiteX4" fmla="*/ 0 w 12195378"/>
              <a:gd name="connsiteY4" fmla="*/ 512762 h 512762"/>
              <a:gd name="connsiteX0" fmla="*/ 0 w 12208020"/>
              <a:gd name="connsiteY0" fmla="*/ 479051 h 479051"/>
              <a:gd name="connsiteX1" fmla="*/ 3201 w 12208020"/>
              <a:gd name="connsiteY1" fmla="*/ 222848 h 479051"/>
              <a:gd name="connsiteX2" fmla="*/ 12208020 w 12208020"/>
              <a:gd name="connsiteY2" fmla="*/ 0 h 479051"/>
              <a:gd name="connsiteX3" fmla="*/ 12192000 w 12208020"/>
              <a:gd name="connsiteY3" fmla="*/ 479051 h 479051"/>
              <a:gd name="connsiteX4" fmla="*/ 0 w 12208020"/>
              <a:gd name="connsiteY4" fmla="*/ 479051 h 479051"/>
              <a:gd name="connsiteX0" fmla="*/ 0 w 12195378"/>
              <a:gd name="connsiteY0" fmla="*/ 491692 h 491692"/>
              <a:gd name="connsiteX1" fmla="*/ 3201 w 12195378"/>
              <a:gd name="connsiteY1" fmla="*/ 235489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7415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3201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5227 w 12192177"/>
              <a:gd name="connsiteY0" fmla="*/ 491692 h 491692"/>
              <a:gd name="connsiteX1" fmla="*/ 0 w 12192177"/>
              <a:gd name="connsiteY1" fmla="*/ 205993 h 491692"/>
              <a:gd name="connsiteX2" fmla="*/ 12192177 w 12192177"/>
              <a:gd name="connsiteY2" fmla="*/ 0 h 491692"/>
              <a:gd name="connsiteX3" fmla="*/ 12188799 w 12192177"/>
              <a:gd name="connsiteY3" fmla="*/ 491692 h 491692"/>
              <a:gd name="connsiteX4" fmla="*/ 5227 w 12192177"/>
              <a:gd name="connsiteY4" fmla="*/ 491692 h 491692"/>
              <a:gd name="connsiteX0" fmla="*/ 5227 w 12192177"/>
              <a:gd name="connsiteY0" fmla="*/ 491692 h 494911"/>
              <a:gd name="connsiteX1" fmla="*/ 0 w 12192177"/>
              <a:gd name="connsiteY1" fmla="*/ 205993 h 494911"/>
              <a:gd name="connsiteX2" fmla="*/ 12192177 w 12192177"/>
              <a:gd name="connsiteY2" fmla="*/ 0 h 494911"/>
              <a:gd name="connsiteX3" fmla="*/ 12192019 w 12192177"/>
              <a:gd name="connsiteY3" fmla="*/ 494911 h 494911"/>
              <a:gd name="connsiteX4" fmla="*/ 5227 w 12192177"/>
              <a:gd name="connsiteY4" fmla="*/ 491692 h 494911"/>
              <a:gd name="connsiteX0" fmla="*/ 5227 w 12192177"/>
              <a:gd name="connsiteY0" fmla="*/ 475594 h 478813"/>
              <a:gd name="connsiteX1" fmla="*/ 0 w 12192177"/>
              <a:gd name="connsiteY1" fmla="*/ 189895 h 478813"/>
              <a:gd name="connsiteX2" fmla="*/ 12192177 w 12192177"/>
              <a:gd name="connsiteY2" fmla="*/ 0 h 478813"/>
              <a:gd name="connsiteX3" fmla="*/ 12192019 w 12192177"/>
              <a:gd name="connsiteY3" fmla="*/ 478813 h 478813"/>
              <a:gd name="connsiteX4" fmla="*/ 5227 w 12192177"/>
              <a:gd name="connsiteY4" fmla="*/ 475594 h 478813"/>
              <a:gd name="connsiteX0" fmla="*/ 22287 w 12209237"/>
              <a:gd name="connsiteY0" fmla="*/ 475594 h 478813"/>
              <a:gd name="connsiteX1" fmla="*/ 0 w 12209237"/>
              <a:gd name="connsiteY1" fmla="*/ 220603 h 478813"/>
              <a:gd name="connsiteX2" fmla="*/ 12209237 w 12209237"/>
              <a:gd name="connsiteY2" fmla="*/ 0 h 478813"/>
              <a:gd name="connsiteX3" fmla="*/ 12209079 w 12209237"/>
              <a:gd name="connsiteY3" fmla="*/ 478813 h 478813"/>
              <a:gd name="connsiteX4" fmla="*/ 22287 w 12209237"/>
              <a:gd name="connsiteY4" fmla="*/ 475594 h 478813"/>
              <a:gd name="connsiteX0" fmla="*/ 1815 w 12188765"/>
              <a:gd name="connsiteY0" fmla="*/ 475594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1815 w 12188765"/>
              <a:gd name="connsiteY4" fmla="*/ 475594 h 478813"/>
              <a:gd name="connsiteX0" fmla="*/ 369 w 12190731"/>
              <a:gd name="connsiteY0" fmla="*/ 479006 h 479006"/>
              <a:gd name="connsiteX1" fmla="*/ 1966 w 12190731"/>
              <a:gd name="connsiteY1" fmla="*/ 183072 h 479006"/>
              <a:gd name="connsiteX2" fmla="*/ 12190731 w 12190731"/>
              <a:gd name="connsiteY2" fmla="*/ 0 h 479006"/>
              <a:gd name="connsiteX3" fmla="*/ 12190573 w 12190731"/>
              <a:gd name="connsiteY3" fmla="*/ 478813 h 479006"/>
              <a:gd name="connsiteX4" fmla="*/ 369 w 12190731"/>
              <a:gd name="connsiteY4" fmla="*/ 479006 h 479006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0 w 12190362"/>
              <a:gd name="connsiteY0" fmla="*/ 475594 h 478813"/>
              <a:gd name="connsiteX1" fmla="*/ 1597 w 12190362"/>
              <a:gd name="connsiteY1" fmla="*/ 183072 h 478813"/>
              <a:gd name="connsiteX2" fmla="*/ 12190362 w 12190362"/>
              <a:gd name="connsiteY2" fmla="*/ 0 h 478813"/>
              <a:gd name="connsiteX3" fmla="*/ 12190204 w 12190362"/>
              <a:gd name="connsiteY3" fmla="*/ 478813 h 478813"/>
              <a:gd name="connsiteX4" fmla="*/ 0 w 12190362"/>
              <a:gd name="connsiteY4" fmla="*/ 475594 h 478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0362" h="478813">
                <a:moveTo>
                  <a:pt x="0" y="475594"/>
                </a:moveTo>
                <a:cubicBezTo>
                  <a:pt x="1670" y="482720"/>
                  <a:pt x="3339" y="278305"/>
                  <a:pt x="1597" y="183072"/>
                </a:cubicBezTo>
                <a:lnTo>
                  <a:pt x="12190362" y="0"/>
                </a:lnTo>
                <a:cubicBezTo>
                  <a:pt x="12190309" y="164970"/>
                  <a:pt x="12190257" y="313843"/>
                  <a:pt x="12190204" y="478813"/>
                </a:cubicBezTo>
                <a:lnTo>
                  <a:pt x="0" y="47559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3" name="Textfeld 28">
            <a:extLst>
              <a:ext uri="{FF2B5EF4-FFF2-40B4-BE49-F238E27FC236}">
                <a16:creationId xmlns:a16="http://schemas.microsoft.com/office/drawing/2014/main" id="{85B3252C-7552-451C-81A1-5E9817CC15A8}"/>
              </a:ext>
            </a:extLst>
          </p:cNvPr>
          <p:cNvSpPr txBox="1"/>
          <p:nvPr userDrawn="1"/>
        </p:nvSpPr>
        <p:spPr>
          <a:xfrm>
            <a:off x="515939" y="6611938"/>
            <a:ext cx="3484562" cy="1280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noProof="0" dirty="0">
                <a:solidFill>
                  <a:schemeClr val="accent3"/>
                </a:solidFill>
                <a:latin typeface="+mj-lt"/>
                <a:ea typeface="Roboto" panose="02000000000000000000" pitchFamily="2" charset="0"/>
              </a:rPr>
              <a:t>© 2026 Bruker</a:t>
            </a:r>
          </a:p>
        </p:txBody>
      </p: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D105A2D9-E0AC-42BF-93B5-6687691703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9" y="296863"/>
            <a:ext cx="9420224" cy="13465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accent2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100 characters</a:t>
            </a:r>
          </a:p>
        </p:txBody>
      </p:sp>
      <p:sp>
        <p:nvSpPr>
          <p:cNvPr id="15" name="Titelplatzhalter 1">
            <a:extLst>
              <a:ext uri="{FF2B5EF4-FFF2-40B4-BE49-F238E27FC236}">
                <a16:creationId xmlns:a16="http://schemas.microsoft.com/office/drawing/2014/main" id="{5981B8C9-BF31-443D-9E06-96DBDC343E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05635"/>
            <a:ext cx="9420225" cy="664797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/>
          <a:p>
            <a:pPr lvl="0"/>
            <a:r>
              <a:rPr lang="en-US" noProof="0" dirty="0"/>
              <a:t>Click to edit Master title with a maximum of </a:t>
            </a:r>
            <a:br>
              <a:rPr lang="en-US" noProof="0" dirty="0"/>
            </a:br>
            <a:r>
              <a:rPr lang="en-US" noProof="0" dirty="0"/>
              <a:t>approx. 120 characters in maximum two lines</a:t>
            </a:r>
          </a:p>
        </p:txBody>
      </p:sp>
      <p:sp>
        <p:nvSpPr>
          <p:cNvPr id="28" name="Datumsplatzhalter 3">
            <a:extLst>
              <a:ext uri="{FF2B5EF4-FFF2-40B4-BE49-F238E27FC236}">
                <a16:creationId xmlns:a16="http://schemas.microsoft.com/office/drawing/2014/main" id="{022BA883-F7ED-4E70-BE2A-1C8E19873C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0579" y="6611112"/>
            <a:ext cx="979694" cy="128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CA9D7A47-D31A-48C3-BAAD-0C809EE880E9}" type="datetime3">
              <a:rPr lang="en-US" smtClean="0"/>
              <a:t>5 May 2026</a:t>
            </a:fld>
            <a:endParaRPr lang="en-US" dirty="0"/>
          </a:p>
        </p:txBody>
      </p:sp>
      <p:sp>
        <p:nvSpPr>
          <p:cNvPr id="29" name="Foliennummernplatzhalter 5">
            <a:extLst>
              <a:ext uri="{FF2B5EF4-FFF2-40B4-BE49-F238E27FC236}">
                <a16:creationId xmlns:a16="http://schemas.microsoft.com/office/drawing/2014/main" id="{B9DAF27E-EAEB-4344-87CA-A26845AD2B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611112"/>
            <a:ext cx="291782" cy="12801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20213A-032B-FE42-940A-86A4C9AC44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Footer Placeholder 4">
            <a:extLst>
              <a:ext uri="{FF2B5EF4-FFF2-40B4-BE49-F238E27FC236}">
                <a16:creationId xmlns:a16="http://schemas.microsoft.com/office/drawing/2014/main" id="{F519E3E7-1F34-4C63-AC06-49593C7D20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1338" y="6611112"/>
            <a:ext cx="5925232" cy="128016"/>
          </a:xfrm>
          <a:prstGeom prst="rect">
            <a:avLst/>
          </a:prstGeom>
        </p:spPr>
        <p:txBody>
          <a:bodyPr vert="horz" lIns="0" tIns="0" rIns="4572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Innovation with Integrity</a:t>
            </a:r>
            <a:endParaRPr lang="en-US" dirty="0"/>
          </a:p>
        </p:txBody>
      </p:sp>
      <p:sp>
        <p:nvSpPr>
          <p:cNvPr id="31" name="Datumsplatzhalter 3">
            <a:extLst>
              <a:ext uri="{FF2B5EF4-FFF2-40B4-BE49-F238E27FC236}">
                <a16:creationId xmlns:a16="http://schemas.microsoft.com/office/drawing/2014/main" id="{6F881489-C272-4A3D-82D0-9D3C3FA73ACE}"/>
              </a:ext>
            </a:extLst>
          </p:cNvPr>
          <p:cNvSpPr txBox="1">
            <a:spLocks/>
          </p:cNvSpPr>
          <p:nvPr userDrawn="1"/>
        </p:nvSpPr>
        <p:spPr>
          <a:xfrm>
            <a:off x="11320272" y="6608530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latin typeface="+mj-lt"/>
              </a:rPr>
              <a:t>|</a:t>
            </a:r>
          </a:p>
        </p:txBody>
      </p:sp>
      <p:sp>
        <p:nvSpPr>
          <p:cNvPr id="32" name="Datumsplatzhalter 3">
            <a:extLst>
              <a:ext uri="{FF2B5EF4-FFF2-40B4-BE49-F238E27FC236}">
                <a16:creationId xmlns:a16="http://schemas.microsoft.com/office/drawing/2014/main" id="{121ABFCE-43DB-4418-9492-C2AFFADBF6A5}"/>
              </a:ext>
            </a:extLst>
          </p:cNvPr>
          <p:cNvSpPr txBox="1">
            <a:spLocks/>
          </p:cNvSpPr>
          <p:nvPr userDrawn="1"/>
        </p:nvSpPr>
        <p:spPr>
          <a:xfrm>
            <a:off x="10276570" y="6611112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latin typeface="+mj-lt"/>
              </a:rPr>
              <a:t>|</a:t>
            </a:r>
          </a:p>
        </p:txBody>
      </p:sp>
      <p:sp>
        <p:nvSpPr>
          <p:cNvPr id="33" name="Content Placeholder 4">
            <a:extLst>
              <a:ext uri="{FF2B5EF4-FFF2-40B4-BE49-F238E27FC236}">
                <a16:creationId xmlns:a16="http://schemas.microsoft.com/office/drawing/2014/main" id="{0A531E8D-AAAA-44F1-AB22-0280D2B594E8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15937" y="2210577"/>
            <a:ext cx="3484564" cy="3990198"/>
          </a:xfrm>
        </p:spPr>
        <p:txBody>
          <a:bodyPr t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Content Placeholder 4">
            <a:extLst>
              <a:ext uri="{FF2B5EF4-FFF2-40B4-BE49-F238E27FC236}">
                <a16:creationId xmlns:a16="http://schemas.microsoft.com/office/drawing/2014/main" id="{CF03CB5C-0957-4957-BCE5-D0AD281875FB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15937" y="1592261"/>
            <a:ext cx="3484564" cy="61567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35000"/>
              <a:buFont typeface="Roboto Light" panose="02000000000000000000" pitchFamily="2" charset="0"/>
              <a:buNone/>
              <a:tabLst/>
              <a:defRPr/>
            </a:pPr>
            <a:r>
              <a:rPr lang="en-US" dirty="0"/>
              <a:t>Click to edit Master subtitle</a:t>
            </a:r>
            <a:br>
              <a:rPr lang="en-US" dirty="0"/>
            </a:br>
            <a:r>
              <a:rPr lang="en-US" dirty="0"/>
              <a:t>max. approx. 55 characters </a:t>
            </a:r>
          </a:p>
        </p:txBody>
      </p:sp>
      <p:sp>
        <p:nvSpPr>
          <p:cNvPr id="35" name="Content Placeholder 4">
            <a:extLst>
              <a:ext uri="{FF2B5EF4-FFF2-40B4-BE49-F238E27FC236}">
                <a16:creationId xmlns:a16="http://schemas.microsoft.com/office/drawing/2014/main" id="{DC2A7C17-1B17-494D-9D81-4ECC23E2BD62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353718" y="2210577"/>
            <a:ext cx="3484564" cy="3990198"/>
          </a:xfrm>
        </p:spPr>
        <p:txBody>
          <a:bodyPr t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6" name="Content Placeholder 4">
            <a:extLst>
              <a:ext uri="{FF2B5EF4-FFF2-40B4-BE49-F238E27FC236}">
                <a16:creationId xmlns:a16="http://schemas.microsoft.com/office/drawing/2014/main" id="{8D182E3F-FE99-4975-90C5-CE952B2B4FF5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4353718" y="1592261"/>
            <a:ext cx="3484564" cy="61567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35000"/>
              <a:buFont typeface="Roboto Light" panose="02000000000000000000" pitchFamily="2" charset="0"/>
              <a:buNone/>
              <a:tabLst/>
              <a:defRPr/>
            </a:pPr>
            <a:r>
              <a:rPr lang="en-US" dirty="0"/>
              <a:t>Click to edit Master subtitle</a:t>
            </a:r>
            <a:br>
              <a:rPr lang="en-US" dirty="0"/>
            </a:br>
            <a:r>
              <a:rPr lang="en-US" dirty="0"/>
              <a:t>max. approx. 55 characters </a:t>
            </a:r>
          </a:p>
        </p:txBody>
      </p:sp>
      <p:sp>
        <p:nvSpPr>
          <p:cNvPr id="37" name="Content Placeholder 4">
            <a:extLst>
              <a:ext uri="{FF2B5EF4-FFF2-40B4-BE49-F238E27FC236}">
                <a16:creationId xmlns:a16="http://schemas.microsoft.com/office/drawing/2014/main" id="{2AD84AD3-82F4-47D2-9534-A4B9D61C3C67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91498" y="2210577"/>
            <a:ext cx="3484564" cy="3990198"/>
          </a:xfrm>
        </p:spPr>
        <p:txBody>
          <a:bodyPr t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Content Placeholder 4">
            <a:extLst>
              <a:ext uri="{FF2B5EF4-FFF2-40B4-BE49-F238E27FC236}">
                <a16:creationId xmlns:a16="http://schemas.microsoft.com/office/drawing/2014/main" id="{26F3DC3C-8FE9-4862-B9C1-8C59ABF11B8D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8191498" y="1592261"/>
            <a:ext cx="3484564" cy="61567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35000"/>
              <a:buFont typeface="Roboto Light" panose="02000000000000000000" pitchFamily="2" charset="0"/>
              <a:buNone/>
              <a:tabLst/>
              <a:defRPr/>
            </a:pPr>
            <a:r>
              <a:rPr lang="en-US" dirty="0"/>
              <a:t>Click to edit Master subtitle</a:t>
            </a:r>
            <a:br>
              <a:rPr lang="en-US" dirty="0"/>
            </a:br>
            <a:r>
              <a:rPr lang="en-US" dirty="0"/>
              <a:t>max. approx. 55 characters </a:t>
            </a:r>
          </a:p>
        </p:txBody>
      </p:sp>
    </p:spTree>
    <p:extLst>
      <p:ext uri="{BB962C8B-B14F-4D97-AF65-F5344CB8AC3E}">
        <p14:creationId xmlns:p14="http://schemas.microsoft.com/office/powerpoint/2010/main" val="19711081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no Text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rapez 1">
            <a:extLst>
              <a:ext uri="{FF2B5EF4-FFF2-40B4-BE49-F238E27FC236}">
                <a16:creationId xmlns:a16="http://schemas.microsoft.com/office/drawing/2014/main" id="{E26247D5-7FB8-3249-9F5E-7D09FAEF23E9}"/>
              </a:ext>
            </a:extLst>
          </p:cNvPr>
          <p:cNvSpPr/>
          <p:nvPr userDrawn="1"/>
        </p:nvSpPr>
        <p:spPr>
          <a:xfrm>
            <a:off x="0" y="6382800"/>
            <a:ext cx="12192000" cy="478813"/>
          </a:xfrm>
          <a:custGeom>
            <a:avLst/>
            <a:gdLst>
              <a:gd name="connsiteX0" fmla="*/ 0 w 12192000"/>
              <a:gd name="connsiteY0" fmla="*/ 512762 h 512762"/>
              <a:gd name="connsiteX1" fmla="*/ 128191 w 12192000"/>
              <a:gd name="connsiteY1" fmla="*/ 0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2000"/>
              <a:gd name="connsiteY0" fmla="*/ 512762 h 512762"/>
              <a:gd name="connsiteX1" fmla="*/ 3201 w 12192000"/>
              <a:gd name="connsiteY1" fmla="*/ 256559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5378"/>
              <a:gd name="connsiteY0" fmla="*/ 512762 h 512762"/>
              <a:gd name="connsiteX1" fmla="*/ 3201 w 12195378"/>
              <a:gd name="connsiteY1" fmla="*/ 256559 h 512762"/>
              <a:gd name="connsiteX2" fmla="*/ 12195378 w 12195378"/>
              <a:gd name="connsiteY2" fmla="*/ 0 h 512762"/>
              <a:gd name="connsiteX3" fmla="*/ 12192000 w 12195378"/>
              <a:gd name="connsiteY3" fmla="*/ 512762 h 512762"/>
              <a:gd name="connsiteX4" fmla="*/ 0 w 12195378"/>
              <a:gd name="connsiteY4" fmla="*/ 512762 h 512762"/>
              <a:gd name="connsiteX0" fmla="*/ 0 w 12208020"/>
              <a:gd name="connsiteY0" fmla="*/ 479051 h 479051"/>
              <a:gd name="connsiteX1" fmla="*/ 3201 w 12208020"/>
              <a:gd name="connsiteY1" fmla="*/ 222848 h 479051"/>
              <a:gd name="connsiteX2" fmla="*/ 12208020 w 12208020"/>
              <a:gd name="connsiteY2" fmla="*/ 0 h 479051"/>
              <a:gd name="connsiteX3" fmla="*/ 12192000 w 12208020"/>
              <a:gd name="connsiteY3" fmla="*/ 479051 h 479051"/>
              <a:gd name="connsiteX4" fmla="*/ 0 w 12208020"/>
              <a:gd name="connsiteY4" fmla="*/ 479051 h 479051"/>
              <a:gd name="connsiteX0" fmla="*/ 0 w 12195378"/>
              <a:gd name="connsiteY0" fmla="*/ 491692 h 491692"/>
              <a:gd name="connsiteX1" fmla="*/ 3201 w 12195378"/>
              <a:gd name="connsiteY1" fmla="*/ 235489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7415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3201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5227 w 12192177"/>
              <a:gd name="connsiteY0" fmla="*/ 491692 h 491692"/>
              <a:gd name="connsiteX1" fmla="*/ 0 w 12192177"/>
              <a:gd name="connsiteY1" fmla="*/ 205993 h 491692"/>
              <a:gd name="connsiteX2" fmla="*/ 12192177 w 12192177"/>
              <a:gd name="connsiteY2" fmla="*/ 0 h 491692"/>
              <a:gd name="connsiteX3" fmla="*/ 12188799 w 12192177"/>
              <a:gd name="connsiteY3" fmla="*/ 491692 h 491692"/>
              <a:gd name="connsiteX4" fmla="*/ 5227 w 12192177"/>
              <a:gd name="connsiteY4" fmla="*/ 491692 h 491692"/>
              <a:gd name="connsiteX0" fmla="*/ 5227 w 12192177"/>
              <a:gd name="connsiteY0" fmla="*/ 491692 h 494911"/>
              <a:gd name="connsiteX1" fmla="*/ 0 w 12192177"/>
              <a:gd name="connsiteY1" fmla="*/ 205993 h 494911"/>
              <a:gd name="connsiteX2" fmla="*/ 12192177 w 12192177"/>
              <a:gd name="connsiteY2" fmla="*/ 0 h 494911"/>
              <a:gd name="connsiteX3" fmla="*/ 12192019 w 12192177"/>
              <a:gd name="connsiteY3" fmla="*/ 494911 h 494911"/>
              <a:gd name="connsiteX4" fmla="*/ 5227 w 12192177"/>
              <a:gd name="connsiteY4" fmla="*/ 491692 h 494911"/>
              <a:gd name="connsiteX0" fmla="*/ 5227 w 12192177"/>
              <a:gd name="connsiteY0" fmla="*/ 475594 h 478813"/>
              <a:gd name="connsiteX1" fmla="*/ 0 w 12192177"/>
              <a:gd name="connsiteY1" fmla="*/ 189895 h 478813"/>
              <a:gd name="connsiteX2" fmla="*/ 12192177 w 12192177"/>
              <a:gd name="connsiteY2" fmla="*/ 0 h 478813"/>
              <a:gd name="connsiteX3" fmla="*/ 12192019 w 12192177"/>
              <a:gd name="connsiteY3" fmla="*/ 478813 h 478813"/>
              <a:gd name="connsiteX4" fmla="*/ 5227 w 12192177"/>
              <a:gd name="connsiteY4" fmla="*/ 475594 h 478813"/>
              <a:gd name="connsiteX0" fmla="*/ 22287 w 12209237"/>
              <a:gd name="connsiteY0" fmla="*/ 475594 h 478813"/>
              <a:gd name="connsiteX1" fmla="*/ 0 w 12209237"/>
              <a:gd name="connsiteY1" fmla="*/ 220603 h 478813"/>
              <a:gd name="connsiteX2" fmla="*/ 12209237 w 12209237"/>
              <a:gd name="connsiteY2" fmla="*/ 0 h 478813"/>
              <a:gd name="connsiteX3" fmla="*/ 12209079 w 12209237"/>
              <a:gd name="connsiteY3" fmla="*/ 478813 h 478813"/>
              <a:gd name="connsiteX4" fmla="*/ 22287 w 12209237"/>
              <a:gd name="connsiteY4" fmla="*/ 475594 h 478813"/>
              <a:gd name="connsiteX0" fmla="*/ 1815 w 12188765"/>
              <a:gd name="connsiteY0" fmla="*/ 475594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1815 w 12188765"/>
              <a:gd name="connsiteY4" fmla="*/ 475594 h 478813"/>
              <a:gd name="connsiteX0" fmla="*/ 369 w 12190731"/>
              <a:gd name="connsiteY0" fmla="*/ 479006 h 479006"/>
              <a:gd name="connsiteX1" fmla="*/ 1966 w 12190731"/>
              <a:gd name="connsiteY1" fmla="*/ 183072 h 479006"/>
              <a:gd name="connsiteX2" fmla="*/ 12190731 w 12190731"/>
              <a:gd name="connsiteY2" fmla="*/ 0 h 479006"/>
              <a:gd name="connsiteX3" fmla="*/ 12190573 w 12190731"/>
              <a:gd name="connsiteY3" fmla="*/ 478813 h 479006"/>
              <a:gd name="connsiteX4" fmla="*/ 369 w 12190731"/>
              <a:gd name="connsiteY4" fmla="*/ 479006 h 479006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0 w 12190362"/>
              <a:gd name="connsiteY0" fmla="*/ 475594 h 478813"/>
              <a:gd name="connsiteX1" fmla="*/ 1597 w 12190362"/>
              <a:gd name="connsiteY1" fmla="*/ 183072 h 478813"/>
              <a:gd name="connsiteX2" fmla="*/ 12190362 w 12190362"/>
              <a:gd name="connsiteY2" fmla="*/ 0 h 478813"/>
              <a:gd name="connsiteX3" fmla="*/ 12190204 w 12190362"/>
              <a:gd name="connsiteY3" fmla="*/ 478813 h 478813"/>
              <a:gd name="connsiteX4" fmla="*/ 0 w 12190362"/>
              <a:gd name="connsiteY4" fmla="*/ 475594 h 478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0362" h="478813">
                <a:moveTo>
                  <a:pt x="0" y="475594"/>
                </a:moveTo>
                <a:cubicBezTo>
                  <a:pt x="1670" y="482720"/>
                  <a:pt x="3339" y="278305"/>
                  <a:pt x="1597" y="183072"/>
                </a:cubicBezTo>
                <a:lnTo>
                  <a:pt x="12190362" y="0"/>
                </a:lnTo>
                <a:cubicBezTo>
                  <a:pt x="12190309" y="164970"/>
                  <a:pt x="12190257" y="313843"/>
                  <a:pt x="12190204" y="478813"/>
                </a:cubicBezTo>
                <a:lnTo>
                  <a:pt x="0" y="47559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6" name="Textfeld 28">
            <a:extLst>
              <a:ext uri="{FF2B5EF4-FFF2-40B4-BE49-F238E27FC236}">
                <a16:creationId xmlns:a16="http://schemas.microsoft.com/office/drawing/2014/main" id="{5BDAF4E6-6D68-44C5-BABA-E376DEA65436}"/>
              </a:ext>
            </a:extLst>
          </p:cNvPr>
          <p:cNvSpPr txBox="1"/>
          <p:nvPr userDrawn="1"/>
        </p:nvSpPr>
        <p:spPr>
          <a:xfrm>
            <a:off x="515939" y="6611938"/>
            <a:ext cx="3484562" cy="1280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noProof="0" dirty="0">
                <a:solidFill>
                  <a:schemeClr val="accent3"/>
                </a:solidFill>
                <a:latin typeface="+mj-lt"/>
                <a:ea typeface="Roboto" panose="02000000000000000000" pitchFamily="2" charset="0"/>
              </a:rPr>
              <a:t>© 2026 Bruker</a:t>
            </a:r>
          </a:p>
        </p:txBody>
      </p:sp>
      <p:sp>
        <p:nvSpPr>
          <p:cNvPr id="48" name="Textplatzhalter 3">
            <a:extLst>
              <a:ext uri="{FF2B5EF4-FFF2-40B4-BE49-F238E27FC236}">
                <a16:creationId xmlns:a16="http://schemas.microsoft.com/office/drawing/2014/main" id="{B4FD5F9F-E446-4BF5-A57D-6634A5E8E1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9" y="296863"/>
            <a:ext cx="9420224" cy="13465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accent2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100 characters</a:t>
            </a:r>
          </a:p>
        </p:txBody>
      </p:sp>
      <p:sp>
        <p:nvSpPr>
          <p:cNvPr id="12" name="Titelplatzhalter 1">
            <a:extLst>
              <a:ext uri="{FF2B5EF4-FFF2-40B4-BE49-F238E27FC236}">
                <a16:creationId xmlns:a16="http://schemas.microsoft.com/office/drawing/2014/main" id="{B024D9C6-40E1-456A-B101-0BF21E6F2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05635"/>
            <a:ext cx="9420225" cy="664797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/>
          <a:p>
            <a:pPr lvl="0"/>
            <a:r>
              <a:rPr lang="en-US" noProof="0" dirty="0"/>
              <a:t>Click to edit Master title with a maximum of </a:t>
            </a:r>
            <a:br>
              <a:rPr lang="en-US" noProof="0" dirty="0"/>
            </a:br>
            <a:r>
              <a:rPr lang="en-US" noProof="0" dirty="0"/>
              <a:t>approx. 120 characters in maximum two lines</a:t>
            </a:r>
          </a:p>
        </p:txBody>
      </p:sp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4D561DC7-9D7E-42B5-AABC-F2E4DE6D00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0579" y="6611112"/>
            <a:ext cx="979694" cy="128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24CB74A5-6CF1-4347-957E-0D93C3BBB52A}" type="datetime3">
              <a:rPr lang="en-US" smtClean="0"/>
              <a:t>5 May 2026</a:t>
            </a:fld>
            <a:endParaRPr lang="en-US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8D179A22-84DE-48B9-A6F3-2FD253802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611112"/>
            <a:ext cx="291782" cy="12801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20213A-032B-FE42-940A-86A4C9AC44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8F42DD11-34F0-4F17-9686-91A7115405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1338" y="6611112"/>
            <a:ext cx="5925232" cy="128016"/>
          </a:xfrm>
          <a:prstGeom prst="rect">
            <a:avLst/>
          </a:prstGeom>
        </p:spPr>
        <p:txBody>
          <a:bodyPr vert="horz" lIns="0" tIns="0" rIns="4572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Innovation with Integrity</a:t>
            </a:r>
            <a:endParaRPr lang="en-US" dirty="0"/>
          </a:p>
        </p:txBody>
      </p:sp>
      <p:sp>
        <p:nvSpPr>
          <p:cNvPr id="19" name="Datumsplatzhalter 3">
            <a:extLst>
              <a:ext uri="{FF2B5EF4-FFF2-40B4-BE49-F238E27FC236}">
                <a16:creationId xmlns:a16="http://schemas.microsoft.com/office/drawing/2014/main" id="{2118FAC5-CBCA-4A0D-9F92-EE7E9554AB85}"/>
              </a:ext>
            </a:extLst>
          </p:cNvPr>
          <p:cNvSpPr txBox="1">
            <a:spLocks/>
          </p:cNvSpPr>
          <p:nvPr userDrawn="1"/>
        </p:nvSpPr>
        <p:spPr>
          <a:xfrm>
            <a:off x="11320272" y="6608530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latin typeface="+mj-lt"/>
              </a:rPr>
              <a:t>|</a:t>
            </a:r>
          </a:p>
        </p:txBody>
      </p:sp>
      <p:sp>
        <p:nvSpPr>
          <p:cNvPr id="20" name="Datumsplatzhalter 3">
            <a:extLst>
              <a:ext uri="{FF2B5EF4-FFF2-40B4-BE49-F238E27FC236}">
                <a16:creationId xmlns:a16="http://schemas.microsoft.com/office/drawing/2014/main" id="{8A58CA00-3E74-40A0-8C85-A260E9F56618}"/>
              </a:ext>
            </a:extLst>
          </p:cNvPr>
          <p:cNvSpPr txBox="1">
            <a:spLocks/>
          </p:cNvSpPr>
          <p:nvPr userDrawn="1"/>
        </p:nvSpPr>
        <p:spPr>
          <a:xfrm>
            <a:off x="10276570" y="6611112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latin typeface="+mj-lt"/>
              </a:rPr>
              <a:t>|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3C86B-09E1-45CD-A235-D61267B0CC5D}"/>
              </a:ext>
            </a:extLst>
          </p:cNvPr>
          <p:cNvSpPr/>
          <p:nvPr userDrawn="1"/>
        </p:nvSpPr>
        <p:spPr>
          <a:xfrm>
            <a:off x="12308461" y="1304925"/>
            <a:ext cx="1769323" cy="20944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noProof="0" dirty="0"/>
              <a:t>To add an image </a:t>
            </a:r>
            <a:br>
              <a:rPr lang="en-US" sz="1200" noProof="0" dirty="0"/>
            </a:br>
            <a:r>
              <a:rPr lang="en-US" sz="1200" noProof="0" dirty="0"/>
              <a:t>to the background, </a:t>
            </a:r>
            <a:br>
              <a:rPr lang="en-US" sz="1200" noProof="0" dirty="0"/>
            </a:br>
            <a:r>
              <a:rPr lang="en-US" sz="1200" noProof="0" dirty="0"/>
              <a:t>follow these steps: </a:t>
            </a:r>
          </a:p>
          <a:p>
            <a:pPr marL="137160" indent="-137160" algn="l">
              <a:lnSpc>
                <a:spcPct val="120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200" noProof="0" dirty="0"/>
              <a:t>Right click -&gt; </a:t>
            </a:r>
            <a:br>
              <a:rPr lang="en-US" sz="1200" noProof="0" dirty="0"/>
            </a:br>
            <a:r>
              <a:rPr lang="en-US" sz="1200" b="1" noProof="0" dirty="0">
                <a:latin typeface="+mj-lt"/>
              </a:rPr>
              <a:t>Format Background</a:t>
            </a:r>
          </a:p>
          <a:p>
            <a:pPr marL="137160" indent="-137160" algn="l">
              <a:lnSpc>
                <a:spcPct val="120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200" b="1" noProof="0" dirty="0">
                <a:latin typeface="+mj-lt"/>
              </a:rPr>
              <a:t>Picture or texture fill</a:t>
            </a:r>
          </a:p>
          <a:p>
            <a:pPr marL="137160" indent="-137160" algn="l">
              <a:lnSpc>
                <a:spcPct val="120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200" b="1" noProof="0" dirty="0">
                <a:latin typeface="+mj-lt"/>
              </a:rPr>
              <a:t>Picture source</a:t>
            </a:r>
            <a:r>
              <a:rPr lang="en-US" sz="1200" noProof="0" dirty="0"/>
              <a:t> -&gt; </a:t>
            </a:r>
            <a:br>
              <a:rPr lang="en-US" sz="1200" noProof="0" dirty="0"/>
            </a:br>
            <a:r>
              <a:rPr lang="en-US" sz="1200" b="1" noProof="0" dirty="0">
                <a:latin typeface="+mj-lt"/>
              </a:rPr>
              <a:t>Insert…</a:t>
            </a:r>
            <a:endParaRPr lang="en-US" sz="1200" noProof="0" dirty="0"/>
          </a:p>
        </p:txBody>
      </p:sp>
    </p:spTree>
    <p:extLst>
      <p:ext uri="{BB962C8B-B14F-4D97-AF65-F5344CB8AC3E}">
        <p14:creationId xmlns:p14="http://schemas.microsoft.com/office/powerpoint/2010/main" val="1123971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no Text Blue Foot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rapez 1">
            <a:extLst>
              <a:ext uri="{FF2B5EF4-FFF2-40B4-BE49-F238E27FC236}">
                <a16:creationId xmlns:a16="http://schemas.microsoft.com/office/drawing/2014/main" id="{702D2414-EDFB-4B60-9115-4618C72EE35C}"/>
              </a:ext>
            </a:extLst>
          </p:cNvPr>
          <p:cNvSpPr/>
          <p:nvPr userDrawn="1"/>
        </p:nvSpPr>
        <p:spPr>
          <a:xfrm>
            <a:off x="0" y="6382800"/>
            <a:ext cx="12192000" cy="478813"/>
          </a:xfrm>
          <a:custGeom>
            <a:avLst/>
            <a:gdLst>
              <a:gd name="connsiteX0" fmla="*/ 0 w 12192000"/>
              <a:gd name="connsiteY0" fmla="*/ 512762 h 512762"/>
              <a:gd name="connsiteX1" fmla="*/ 128191 w 12192000"/>
              <a:gd name="connsiteY1" fmla="*/ 0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2000"/>
              <a:gd name="connsiteY0" fmla="*/ 512762 h 512762"/>
              <a:gd name="connsiteX1" fmla="*/ 3201 w 12192000"/>
              <a:gd name="connsiteY1" fmla="*/ 256559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5378"/>
              <a:gd name="connsiteY0" fmla="*/ 512762 h 512762"/>
              <a:gd name="connsiteX1" fmla="*/ 3201 w 12195378"/>
              <a:gd name="connsiteY1" fmla="*/ 256559 h 512762"/>
              <a:gd name="connsiteX2" fmla="*/ 12195378 w 12195378"/>
              <a:gd name="connsiteY2" fmla="*/ 0 h 512762"/>
              <a:gd name="connsiteX3" fmla="*/ 12192000 w 12195378"/>
              <a:gd name="connsiteY3" fmla="*/ 512762 h 512762"/>
              <a:gd name="connsiteX4" fmla="*/ 0 w 12195378"/>
              <a:gd name="connsiteY4" fmla="*/ 512762 h 512762"/>
              <a:gd name="connsiteX0" fmla="*/ 0 w 12208020"/>
              <a:gd name="connsiteY0" fmla="*/ 479051 h 479051"/>
              <a:gd name="connsiteX1" fmla="*/ 3201 w 12208020"/>
              <a:gd name="connsiteY1" fmla="*/ 222848 h 479051"/>
              <a:gd name="connsiteX2" fmla="*/ 12208020 w 12208020"/>
              <a:gd name="connsiteY2" fmla="*/ 0 h 479051"/>
              <a:gd name="connsiteX3" fmla="*/ 12192000 w 12208020"/>
              <a:gd name="connsiteY3" fmla="*/ 479051 h 479051"/>
              <a:gd name="connsiteX4" fmla="*/ 0 w 12208020"/>
              <a:gd name="connsiteY4" fmla="*/ 479051 h 479051"/>
              <a:gd name="connsiteX0" fmla="*/ 0 w 12195378"/>
              <a:gd name="connsiteY0" fmla="*/ 491692 h 491692"/>
              <a:gd name="connsiteX1" fmla="*/ 3201 w 12195378"/>
              <a:gd name="connsiteY1" fmla="*/ 235489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7415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3201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5227 w 12192177"/>
              <a:gd name="connsiteY0" fmla="*/ 491692 h 491692"/>
              <a:gd name="connsiteX1" fmla="*/ 0 w 12192177"/>
              <a:gd name="connsiteY1" fmla="*/ 205993 h 491692"/>
              <a:gd name="connsiteX2" fmla="*/ 12192177 w 12192177"/>
              <a:gd name="connsiteY2" fmla="*/ 0 h 491692"/>
              <a:gd name="connsiteX3" fmla="*/ 12188799 w 12192177"/>
              <a:gd name="connsiteY3" fmla="*/ 491692 h 491692"/>
              <a:gd name="connsiteX4" fmla="*/ 5227 w 12192177"/>
              <a:gd name="connsiteY4" fmla="*/ 491692 h 491692"/>
              <a:gd name="connsiteX0" fmla="*/ 5227 w 12192177"/>
              <a:gd name="connsiteY0" fmla="*/ 491692 h 494911"/>
              <a:gd name="connsiteX1" fmla="*/ 0 w 12192177"/>
              <a:gd name="connsiteY1" fmla="*/ 205993 h 494911"/>
              <a:gd name="connsiteX2" fmla="*/ 12192177 w 12192177"/>
              <a:gd name="connsiteY2" fmla="*/ 0 h 494911"/>
              <a:gd name="connsiteX3" fmla="*/ 12192019 w 12192177"/>
              <a:gd name="connsiteY3" fmla="*/ 494911 h 494911"/>
              <a:gd name="connsiteX4" fmla="*/ 5227 w 12192177"/>
              <a:gd name="connsiteY4" fmla="*/ 491692 h 494911"/>
              <a:gd name="connsiteX0" fmla="*/ 5227 w 12192177"/>
              <a:gd name="connsiteY0" fmla="*/ 475594 h 478813"/>
              <a:gd name="connsiteX1" fmla="*/ 0 w 12192177"/>
              <a:gd name="connsiteY1" fmla="*/ 189895 h 478813"/>
              <a:gd name="connsiteX2" fmla="*/ 12192177 w 12192177"/>
              <a:gd name="connsiteY2" fmla="*/ 0 h 478813"/>
              <a:gd name="connsiteX3" fmla="*/ 12192019 w 12192177"/>
              <a:gd name="connsiteY3" fmla="*/ 478813 h 478813"/>
              <a:gd name="connsiteX4" fmla="*/ 5227 w 12192177"/>
              <a:gd name="connsiteY4" fmla="*/ 475594 h 478813"/>
              <a:gd name="connsiteX0" fmla="*/ 22287 w 12209237"/>
              <a:gd name="connsiteY0" fmla="*/ 475594 h 478813"/>
              <a:gd name="connsiteX1" fmla="*/ 0 w 12209237"/>
              <a:gd name="connsiteY1" fmla="*/ 220603 h 478813"/>
              <a:gd name="connsiteX2" fmla="*/ 12209237 w 12209237"/>
              <a:gd name="connsiteY2" fmla="*/ 0 h 478813"/>
              <a:gd name="connsiteX3" fmla="*/ 12209079 w 12209237"/>
              <a:gd name="connsiteY3" fmla="*/ 478813 h 478813"/>
              <a:gd name="connsiteX4" fmla="*/ 22287 w 12209237"/>
              <a:gd name="connsiteY4" fmla="*/ 475594 h 478813"/>
              <a:gd name="connsiteX0" fmla="*/ 1815 w 12188765"/>
              <a:gd name="connsiteY0" fmla="*/ 475594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1815 w 12188765"/>
              <a:gd name="connsiteY4" fmla="*/ 475594 h 478813"/>
              <a:gd name="connsiteX0" fmla="*/ 369 w 12190731"/>
              <a:gd name="connsiteY0" fmla="*/ 479006 h 479006"/>
              <a:gd name="connsiteX1" fmla="*/ 1966 w 12190731"/>
              <a:gd name="connsiteY1" fmla="*/ 183072 h 479006"/>
              <a:gd name="connsiteX2" fmla="*/ 12190731 w 12190731"/>
              <a:gd name="connsiteY2" fmla="*/ 0 h 479006"/>
              <a:gd name="connsiteX3" fmla="*/ 12190573 w 12190731"/>
              <a:gd name="connsiteY3" fmla="*/ 478813 h 479006"/>
              <a:gd name="connsiteX4" fmla="*/ 369 w 12190731"/>
              <a:gd name="connsiteY4" fmla="*/ 479006 h 479006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0 w 12190362"/>
              <a:gd name="connsiteY0" fmla="*/ 475594 h 478813"/>
              <a:gd name="connsiteX1" fmla="*/ 1597 w 12190362"/>
              <a:gd name="connsiteY1" fmla="*/ 183072 h 478813"/>
              <a:gd name="connsiteX2" fmla="*/ 12190362 w 12190362"/>
              <a:gd name="connsiteY2" fmla="*/ 0 h 478813"/>
              <a:gd name="connsiteX3" fmla="*/ 12190204 w 12190362"/>
              <a:gd name="connsiteY3" fmla="*/ 478813 h 478813"/>
              <a:gd name="connsiteX4" fmla="*/ 0 w 12190362"/>
              <a:gd name="connsiteY4" fmla="*/ 475594 h 478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0362" h="478813">
                <a:moveTo>
                  <a:pt x="0" y="475594"/>
                </a:moveTo>
                <a:cubicBezTo>
                  <a:pt x="1670" y="482720"/>
                  <a:pt x="3339" y="278305"/>
                  <a:pt x="1597" y="183072"/>
                </a:cubicBezTo>
                <a:lnTo>
                  <a:pt x="12190362" y="0"/>
                </a:lnTo>
                <a:cubicBezTo>
                  <a:pt x="12190309" y="164970"/>
                  <a:pt x="12190257" y="313843"/>
                  <a:pt x="12190204" y="478813"/>
                </a:cubicBezTo>
                <a:lnTo>
                  <a:pt x="0" y="47559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8" name="Textplatzhalter 3">
            <a:extLst>
              <a:ext uri="{FF2B5EF4-FFF2-40B4-BE49-F238E27FC236}">
                <a16:creationId xmlns:a16="http://schemas.microsoft.com/office/drawing/2014/main" id="{B4FD5F9F-E446-4BF5-A57D-6634A5E8E1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9" y="296863"/>
            <a:ext cx="9420224" cy="13465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bg1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100 characters</a:t>
            </a:r>
          </a:p>
        </p:txBody>
      </p:sp>
      <p:sp>
        <p:nvSpPr>
          <p:cNvPr id="12" name="Titelplatzhalter 1">
            <a:extLst>
              <a:ext uri="{FF2B5EF4-FFF2-40B4-BE49-F238E27FC236}">
                <a16:creationId xmlns:a16="http://schemas.microsoft.com/office/drawing/2014/main" id="{B024D9C6-40E1-456A-B101-0BF21E6F2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05635"/>
            <a:ext cx="9420225" cy="664797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to edit Master title with a maximum of </a:t>
            </a:r>
            <a:br>
              <a:rPr lang="en-US" noProof="0" dirty="0"/>
            </a:br>
            <a:r>
              <a:rPr lang="en-US" noProof="0" dirty="0"/>
              <a:t>approx. 120 characters in maximum two lines</a:t>
            </a:r>
          </a:p>
        </p:txBody>
      </p:sp>
      <p:sp>
        <p:nvSpPr>
          <p:cNvPr id="13" name="Textfeld 28">
            <a:extLst>
              <a:ext uri="{FF2B5EF4-FFF2-40B4-BE49-F238E27FC236}">
                <a16:creationId xmlns:a16="http://schemas.microsoft.com/office/drawing/2014/main" id="{660279B7-ECF1-45D6-8134-5A75A64E79BB}"/>
              </a:ext>
            </a:extLst>
          </p:cNvPr>
          <p:cNvSpPr txBox="1"/>
          <p:nvPr userDrawn="1"/>
        </p:nvSpPr>
        <p:spPr>
          <a:xfrm>
            <a:off x="515939" y="6611938"/>
            <a:ext cx="3484562" cy="1280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noProof="0" dirty="0">
                <a:solidFill>
                  <a:schemeClr val="accent3"/>
                </a:solidFill>
                <a:latin typeface="+mj-lt"/>
                <a:ea typeface="Roboto" panose="02000000000000000000" pitchFamily="2" charset="0"/>
              </a:rPr>
              <a:t>© 2025 Bruker</a:t>
            </a:r>
          </a:p>
        </p:txBody>
      </p:sp>
      <p:cxnSp>
        <p:nvCxnSpPr>
          <p:cNvPr id="15" name="Gerade Verbindung 6">
            <a:extLst>
              <a:ext uri="{FF2B5EF4-FFF2-40B4-BE49-F238E27FC236}">
                <a16:creationId xmlns:a16="http://schemas.microsoft.com/office/drawing/2014/main" id="{DA453981-87FB-421E-9703-AE01D8F2DD69}"/>
              </a:ext>
            </a:extLst>
          </p:cNvPr>
          <p:cNvCxnSpPr>
            <a:cxnSpLocks/>
          </p:cNvCxnSpPr>
          <p:nvPr userDrawn="1"/>
        </p:nvCxnSpPr>
        <p:spPr>
          <a:xfrm flipH="1">
            <a:off x="515938" y="1304925"/>
            <a:ext cx="72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atumsplatzhalter 3">
            <a:extLst>
              <a:ext uri="{FF2B5EF4-FFF2-40B4-BE49-F238E27FC236}">
                <a16:creationId xmlns:a16="http://schemas.microsoft.com/office/drawing/2014/main" id="{EF300AF9-2D5B-443D-ADC2-B36E25FEA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0579" y="6611112"/>
            <a:ext cx="979694" cy="128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E7D2369C-BB3A-4EBA-89BC-39B18D294D4C}" type="datetime3">
              <a:rPr lang="en-US" smtClean="0"/>
              <a:t>5 May 2026</a:t>
            </a:fld>
            <a:endParaRPr lang="en-US" dirty="0"/>
          </a:p>
        </p:txBody>
      </p:sp>
      <p:sp>
        <p:nvSpPr>
          <p:cNvPr id="18" name="Foliennummernplatzhalter 5">
            <a:extLst>
              <a:ext uri="{FF2B5EF4-FFF2-40B4-BE49-F238E27FC236}">
                <a16:creationId xmlns:a16="http://schemas.microsoft.com/office/drawing/2014/main" id="{60F0E331-1AA0-4313-B25D-2D7207DDD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611112"/>
            <a:ext cx="291782" cy="12801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20213A-032B-FE42-940A-86A4C9AC44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44D1384A-3EAD-46C2-9750-B933EF2176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1338" y="6611112"/>
            <a:ext cx="5925232" cy="128016"/>
          </a:xfrm>
          <a:prstGeom prst="rect">
            <a:avLst/>
          </a:prstGeom>
        </p:spPr>
        <p:txBody>
          <a:bodyPr vert="horz" lIns="0" tIns="0" rIns="4572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Innovation with Integrity</a:t>
            </a:r>
            <a:endParaRPr lang="en-US" dirty="0"/>
          </a:p>
        </p:txBody>
      </p:sp>
      <p:sp>
        <p:nvSpPr>
          <p:cNvPr id="20" name="Datumsplatzhalter 3">
            <a:extLst>
              <a:ext uri="{FF2B5EF4-FFF2-40B4-BE49-F238E27FC236}">
                <a16:creationId xmlns:a16="http://schemas.microsoft.com/office/drawing/2014/main" id="{00205ED7-F0FC-466F-885F-0AB65F75AD7A}"/>
              </a:ext>
            </a:extLst>
          </p:cNvPr>
          <p:cNvSpPr txBox="1">
            <a:spLocks/>
          </p:cNvSpPr>
          <p:nvPr userDrawn="1"/>
        </p:nvSpPr>
        <p:spPr>
          <a:xfrm>
            <a:off x="11320272" y="6608530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latin typeface="+mj-lt"/>
              </a:rPr>
              <a:t>|</a:t>
            </a:r>
          </a:p>
        </p:txBody>
      </p:sp>
      <p:sp>
        <p:nvSpPr>
          <p:cNvPr id="21" name="Datumsplatzhalter 3">
            <a:extLst>
              <a:ext uri="{FF2B5EF4-FFF2-40B4-BE49-F238E27FC236}">
                <a16:creationId xmlns:a16="http://schemas.microsoft.com/office/drawing/2014/main" id="{538E62FB-AA5B-4FC3-A9A1-6E6347DA23FF}"/>
              </a:ext>
            </a:extLst>
          </p:cNvPr>
          <p:cNvSpPr txBox="1">
            <a:spLocks/>
          </p:cNvSpPr>
          <p:nvPr userDrawn="1"/>
        </p:nvSpPr>
        <p:spPr>
          <a:xfrm>
            <a:off x="10276570" y="6611112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latin typeface="+mj-lt"/>
              </a:rPr>
              <a:t>|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CCCB6EF-E5E4-43F7-A127-3BA90BF76853}"/>
              </a:ext>
            </a:extLst>
          </p:cNvPr>
          <p:cNvSpPr/>
          <p:nvPr userDrawn="1"/>
        </p:nvSpPr>
        <p:spPr>
          <a:xfrm>
            <a:off x="12308461" y="1304925"/>
            <a:ext cx="1769323" cy="2810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noProof="0" dirty="0"/>
              <a:t>This slide is only to </a:t>
            </a:r>
            <a:br>
              <a:rPr lang="en-US" sz="1200" noProof="0" dirty="0"/>
            </a:br>
            <a:r>
              <a:rPr lang="en-US" sz="1200" noProof="0" dirty="0"/>
              <a:t>be used for imagery.</a:t>
            </a:r>
            <a:br>
              <a:rPr lang="en-US" sz="1200" noProof="0" dirty="0"/>
            </a:br>
            <a:r>
              <a:rPr lang="en-US" sz="1200" noProof="0" dirty="0"/>
              <a:t> 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noProof="0" dirty="0"/>
              <a:t>To add an image </a:t>
            </a:r>
            <a:br>
              <a:rPr lang="en-US" sz="1200" noProof="0" dirty="0"/>
            </a:br>
            <a:r>
              <a:rPr lang="en-US" sz="1200" noProof="0" dirty="0"/>
              <a:t>to the background, </a:t>
            </a:r>
            <a:br>
              <a:rPr lang="en-US" sz="1200" noProof="0" dirty="0"/>
            </a:br>
            <a:r>
              <a:rPr lang="en-US" sz="1200" noProof="0" dirty="0"/>
              <a:t>follow these steps: </a:t>
            </a:r>
          </a:p>
          <a:p>
            <a:pPr marL="137160" indent="-137160" algn="l">
              <a:lnSpc>
                <a:spcPct val="120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200" noProof="0" dirty="0"/>
              <a:t>Right click -&gt; </a:t>
            </a:r>
            <a:br>
              <a:rPr lang="en-US" sz="1200" noProof="0" dirty="0"/>
            </a:br>
            <a:r>
              <a:rPr lang="en-US" sz="1200" b="1" noProof="0" dirty="0">
                <a:latin typeface="+mj-lt"/>
              </a:rPr>
              <a:t>Format Background</a:t>
            </a:r>
          </a:p>
          <a:p>
            <a:pPr marL="137160" indent="-137160" algn="l">
              <a:lnSpc>
                <a:spcPct val="120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200" b="1" noProof="0" dirty="0">
                <a:latin typeface="+mj-lt"/>
              </a:rPr>
              <a:t>Picture or texture fill</a:t>
            </a:r>
          </a:p>
          <a:p>
            <a:pPr marL="137160" indent="-137160" algn="l">
              <a:lnSpc>
                <a:spcPct val="120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200" b="1" noProof="0" dirty="0">
                <a:latin typeface="+mj-lt"/>
              </a:rPr>
              <a:t>Picture source</a:t>
            </a:r>
            <a:r>
              <a:rPr lang="en-US" sz="1200" noProof="0" dirty="0"/>
              <a:t> -&gt; </a:t>
            </a:r>
            <a:br>
              <a:rPr lang="en-US" sz="1200" noProof="0" dirty="0"/>
            </a:br>
            <a:r>
              <a:rPr lang="en-US" sz="1200" b="1" noProof="0" dirty="0">
                <a:latin typeface="+mj-lt"/>
              </a:rPr>
              <a:t>Insert…</a:t>
            </a:r>
            <a:endParaRPr lang="en-US" sz="1200" noProof="0" dirty="0"/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EB24DC06-2A69-4D98-ADE5-A8E0BCF246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733407" y="301339"/>
            <a:ext cx="941923" cy="50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0034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no Text Black Foo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rapez 1">
            <a:extLst>
              <a:ext uri="{FF2B5EF4-FFF2-40B4-BE49-F238E27FC236}">
                <a16:creationId xmlns:a16="http://schemas.microsoft.com/office/drawing/2014/main" id="{702D2414-EDFB-4B60-9115-4618C72EE35C}"/>
              </a:ext>
            </a:extLst>
          </p:cNvPr>
          <p:cNvSpPr/>
          <p:nvPr userDrawn="1"/>
        </p:nvSpPr>
        <p:spPr>
          <a:xfrm>
            <a:off x="0" y="6382800"/>
            <a:ext cx="12192000" cy="478813"/>
          </a:xfrm>
          <a:custGeom>
            <a:avLst/>
            <a:gdLst>
              <a:gd name="connsiteX0" fmla="*/ 0 w 12192000"/>
              <a:gd name="connsiteY0" fmla="*/ 512762 h 512762"/>
              <a:gd name="connsiteX1" fmla="*/ 128191 w 12192000"/>
              <a:gd name="connsiteY1" fmla="*/ 0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2000"/>
              <a:gd name="connsiteY0" fmla="*/ 512762 h 512762"/>
              <a:gd name="connsiteX1" fmla="*/ 3201 w 12192000"/>
              <a:gd name="connsiteY1" fmla="*/ 256559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5378"/>
              <a:gd name="connsiteY0" fmla="*/ 512762 h 512762"/>
              <a:gd name="connsiteX1" fmla="*/ 3201 w 12195378"/>
              <a:gd name="connsiteY1" fmla="*/ 256559 h 512762"/>
              <a:gd name="connsiteX2" fmla="*/ 12195378 w 12195378"/>
              <a:gd name="connsiteY2" fmla="*/ 0 h 512762"/>
              <a:gd name="connsiteX3" fmla="*/ 12192000 w 12195378"/>
              <a:gd name="connsiteY3" fmla="*/ 512762 h 512762"/>
              <a:gd name="connsiteX4" fmla="*/ 0 w 12195378"/>
              <a:gd name="connsiteY4" fmla="*/ 512762 h 512762"/>
              <a:gd name="connsiteX0" fmla="*/ 0 w 12208020"/>
              <a:gd name="connsiteY0" fmla="*/ 479051 h 479051"/>
              <a:gd name="connsiteX1" fmla="*/ 3201 w 12208020"/>
              <a:gd name="connsiteY1" fmla="*/ 222848 h 479051"/>
              <a:gd name="connsiteX2" fmla="*/ 12208020 w 12208020"/>
              <a:gd name="connsiteY2" fmla="*/ 0 h 479051"/>
              <a:gd name="connsiteX3" fmla="*/ 12192000 w 12208020"/>
              <a:gd name="connsiteY3" fmla="*/ 479051 h 479051"/>
              <a:gd name="connsiteX4" fmla="*/ 0 w 12208020"/>
              <a:gd name="connsiteY4" fmla="*/ 479051 h 479051"/>
              <a:gd name="connsiteX0" fmla="*/ 0 w 12195378"/>
              <a:gd name="connsiteY0" fmla="*/ 491692 h 491692"/>
              <a:gd name="connsiteX1" fmla="*/ 3201 w 12195378"/>
              <a:gd name="connsiteY1" fmla="*/ 235489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7415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3201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5227 w 12192177"/>
              <a:gd name="connsiteY0" fmla="*/ 491692 h 491692"/>
              <a:gd name="connsiteX1" fmla="*/ 0 w 12192177"/>
              <a:gd name="connsiteY1" fmla="*/ 205993 h 491692"/>
              <a:gd name="connsiteX2" fmla="*/ 12192177 w 12192177"/>
              <a:gd name="connsiteY2" fmla="*/ 0 h 491692"/>
              <a:gd name="connsiteX3" fmla="*/ 12188799 w 12192177"/>
              <a:gd name="connsiteY3" fmla="*/ 491692 h 491692"/>
              <a:gd name="connsiteX4" fmla="*/ 5227 w 12192177"/>
              <a:gd name="connsiteY4" fmla="*/ 491692 h 491692"/>
              <a:gd name="connsiteX0" fmla="*/ 5227 w 12192177"/>
              <a:gd name="connsiteY0" fmla="*/ 491692 h 494911"/>
              <a:gd name="connsiteX1" fmla="*/ 0 w 12192177"/>
              <a:gd name="connsiteY1" fmla="*/ 205993 h 494911"/>
              <a:gd name="connsiteX2" fmla="*/ 12192177 w 12192177"/>
              <a:gd name="connsiteY2" fmla="*/ 0 h 494911"/>
              <a:gd name="connsiteX3" fmla="*/ 12192019 w 12192177"/>
              <a:gd name="connsiteY3" fmla="*/ 494911 h 494911"/>
              <a:gd name="connsiteX4" fmla="*/ 5227 w 12192177"/>
              <a:gd name="connsiteY4" fmla="*/ 491692 h 494911"/>
              <a:gd name="connsiteX0" fmla="*/ 5227 w 12192177"/>
              <a:gd name="connsiteY0" fmla="*/ 475594 h 478813"/>
              <a:gd name="connsiteX1" fmla="*/ 0 w 12192177"/>
              <a:gd name="connsiteY1" fmla="*/ 189895 h 478813"/>
              <a:gd name="connsiteX2" fmla="*/ 12192177 w 12192177"/>
              <a:gd name="connsiteY2" fmla="*/ 0 h 478813"/>
              <a:gd name="connsiteX3" fmla="*/ 12192019 w 12192177"/>
              <a:gd name="connsiteY3" fmla="*/ 478813 h 478813"/>
              <a:gd name="connsiteX4" fmla="*/ 5227 w 12192177"/>
              <a:gd name="connsiteY4" fmla="*/ 475594 h 478813"/>
              <a:gd name="connsiteX0" fmla="*/ 22287 w 12209237"/>
              <a:gd name="connsiteY0" fmla="*/ 475594 h 478813"/>
              <a:gd name="connsiteX1" fmla="*/ 0 w 12209237"/>
              <a:gd name="connsiteY1" fmla="*/ 220603 h 478813"/>
              <a:gd name="connsiteX2" fmla="*/ 12209237 w 12209237"/>
              <a:gd name="connsiteY2" fmla="*/ 0 h 478813"/>
              <a:gd name="connsiteX3" fmla="*/ 12209079 w 12209237"/>
              <a:gd name="connsiteY3" fmla="*/ 478813 h 478813"/>
              <a:gd name="connsiteX4" fmla="*/ 22287 w 12209237"/>
              <a:gd name="connsiteY4" fmla="*/ 475594 h 478813"/>
              <a:gd name="connsiteX0" fmla="*/ 1815 w 12188765"/>
              <a:gd name="connsiteY0" fmla="*/ 475594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1815 w 12188765"/>
              <a:gd name="connsiteY4" fmla="*/ 475594 h 478813"/>
              <a:gd name="connsiteX0" fmla="*/ 369 w 12190731"/>
              <a:gd name="connsiteY0" fmla="*/ 479006 h 479006"/>
              <a:gd name="connsiteX1" fmla="*/ 1966 w 12190731"/>
              <a:gd name="connsiteY1" fmla="*/ 183072 h 479006"/>
              <a:gd name="connsiteX2" fmla="*/ 12190731 w 12190731"/>
              <a:gd name="connsiteY2" fmla="*/ 0 h 479006"/>
              <a:gd name="connsiteX3" fmla="*/ 12190573 w 12190731"/>
              <a:gd name="connsiteY3" fmla="*/ 478813 h 479006"/>
              <a:gd name="connsiteX4" fmla="*/ 369 w 12190731"/>
              <a:gd name="connsiteY4" fmla="*/ 479006 h 479006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0 w 12190362"/>
              <a:gd name="connsiteY0" fmla="*/ 475594 h 478813"/>
              <a:gd name="connsiteX1" fmla="*/ 1597 w 12190362"/>
              <a:gd name="connsiteY1" fmla="*/ 183072 h 478813"/>
              <a:gd name="connsiteX2" fmla="*/ 12190362 w 12190362"/>
              <a:gd name="connsiteY2" fmla="*/ 0 h 478813"/>
              <a:gd name="connsiteX3" fmla="*/ 12190204 w 12190362"/>
              <a:gd name="connsiteY3" fmla="*/ 478813 h 478813"/>
              <a:gd name="connsiteX4" fmla="*/ 0 w 12190362"/>
              <a:gd name="connsiteY4" fmla="*/ 475594 h 478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0362" h="478813">
                <a:moveTo>
                  <a:pt x="0" y="475594"/>
                </a:moveTo>
                <a:cubicBezTo>
                  <a:pt x="1670" y="482720"/>
                  <a:pt x="3339" y="278305"/>
                  <a:pt x="1597" y="183072"/>
                </a:cubicBezTo>
                <a:lnTo>
                  <a:pt x="12190362" y="0"/>
                </a:lnTo>
                <a:cubicBezTo>
                  <a:pt x="12190309" y="164970"/>
                  <a:pt x="12190257" y="313843"/>
                  <a:pt x="12190204" y="478813"/>
                </a:cubicBezTo>
                <a:lnTo>
                  <a:pt x="0" y="47559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8" name="Textplatzhalter 3">
            <a:extLst>
              <a:ext uri="{FF2B5EF4-FFF2-40B4-BE49-F238E27FC236}">
                <a16:creationId xmlns:a16="http://schemas.microsoft.com/office/drawing/2014/main" id="{B4FD5F9F-E446-4BF5-A57D-6634A5E8E1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9" y="296863"/>
            <a:ext cx="9420224" cy="13465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bg1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100 characters</a:t>
            </a:r>
          </a:p>
        </p:txBody>
      </p:sp>
      <p:sp>
        <p:nvSpPr>
          <p:cNvPr id="12" name="Titelplatzhalter 1">
            <a:extLst>
              <a:ext uri="{FF2B5EF4-FFF2-40B4-BE49-F238E27FC236}">
                <a16:creationId xmlns:a16="http://schemas.microsoft.com/office/drawing/2014/main" id="{B024D9C6-40E1-456A-B101-0BF21E6F2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05635"/>
            <a:ext cx="9420225" cy="664797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to edit Master title with a maximum of </a:t>
            </a:r>
            <a:br>
              <a:rPr lang="en-US" noProof="0" dirty="0"/>
            </a:br>
            <a:r>
              <a:rPr lang="en-US" noProof="0" dirty="0"/>
              <a:t>approx. 120 characters in maximum two lines</a:t>
            </a:r>
          </a:p>
        </p:txBody>
      </p:sp>
      <p:sp>
        <p:nvSpPr>
          <p:cNvPr id="13" name="Textfeld 28">
            <a:extLst>
              <a:ext uri="{FF2B5EF4-FFF2-40B4-BE49-F238E27FC236}">
                <a16:creationId xmlns:a16="http://schemas.microsoft.com/office/drawing/2014/main" id="{660279B7-ECF1-45D6-8134-5A75A64E79BB}"/>
              </a:ext>
            </a:extLst>
          </p:cNvPr>
          <p:cNvSpPr txBox="1"/>
          <p:nvPr userDrawn="1"/>
        </p:nvSpPr>
        <p:spPr>
          <a:xfrm>
            <a:off x="515939" y="6611938"/>
            <a:ext cx="3484562" cy="1280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noProof="0" dirty="0">
                <a:solidFill>
                  <a:schemeClr val="accent3"/>
                </a:solidFill>
                <a:latin typeface="+mj-lt"/>
                <a:ea typeface="Roboto" panose="02000000000000000000" pitchFamily="2" charset="0"/>
              </a:rPr>
              <a:t>© 2025 Bruker</a:t>
            </a:r>
          </a:p>
        </p:txBody>
      </p:sp>
      <p:cxnSp>
        <p:nvCxnSpPr>
          <p:cNvPr id="15" name="Gerade Verbindung 6">
            <a:extLst>
              <a:ext uri="{FF2B5EF4-FFF2-40B4-BE49-F238E27FC236}">
                <a16:creationId xmlns:a16="http://schemas.microsoft.com/office/drawing/2014/main" id="{DA453981-87FB-421E-9703-AE01D8F2DD69}"/>
              </a:ext>
            </a:extLst>
          </p:cNvPr>
          <p:cNvCxnSpPr>
            <a:cxnSpLocks/>
          </p:cNvCxnSpPr>
          <p:nvPr userDrawn="1"/>
        </p:nvCxnSpPr>
        <p:spPr>
          <a:xfrm flipH="1">
            <a:off x="515938" y="1304925"/>
            <a:ext cx="72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atumsplatzhalter 3">
            <a:extLst>
              <a:ext uri="{FF2B5EF4-FFF2-40B4-BE49-F238E27FC236}">
                <a16:creationId xmlns:a16="http://schemas.microsoft.com/office/drawing/2014/main" id="{EF300AF9-2D5B-443D-ADC2-B36E25FEA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0579" y="6611112"/>
            <a:ext cx="979694" cy="128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C5FFA193-8CEF-408D-83EF-7BF42DD115A6}" type="datetime3">
              <a:rPr lang="en-US" smtClean="0"/>
              <a:t>5 May 2026</a:t>
            </a:fld>
            <a:endParaRPr lang="en-US" dirty="0"/>
          </a:p>
        </p:txBody>
      </p:sp>
      <p:sp>
        <p:nvSpPr>
          <p:cNvPr id="18" name="Foliennummernplatzhalter 5">
            <a:extLst>
              <a:ext uri="{FF2B5EF4-FFF2-40B4-BE49-F238E27FC236}">
                <a16:creationId xmlns:a16="http://schemas.microsoft.com/office/drawing/2014/main" id="{60F0E331-1AA0-4313-B25D-2D7207DDD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611112"/>
            <a:ext cx="291782" cy="12801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20213A-032B-FE42-940A-86A4C9AC44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44D1384A-3EAD-46C2-9750-B933EF2176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1338" y="6611112"/>
            <a:ext cx="5925232" cy="128016"/>
          </a:xfrm>
          <a:prstGeom prst="rect">
            <a:avLst/>
          </a:prstGeom>
        </p:spPr>
        <p:txBody>
          <a:bodyPr vert="horz" lIns="0" tIns="0" rIns="4572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Innovation with Integrity</a:t>
            </a:r>
            <a:endParaRPr lang="en-US" dirty="0"/>
          </a:p>
        </p:txBody>
      </p:sp>
      <p:sp>
        <p:nvSpPr>
          <p:cNvPr id="20" name="Datumsplatzhalter 3">
            <a:extLst>
              <a:ext uri="{FF2B5EF4-FFF2-40B4-BE49-F238E27FC236}">
                <a16:creationId xmlns:a16="http://schemas.microsoft.com/office/drawing/2014/main" id="{00205ED7-F0FC-466F-885F-0AB65F75AD7A}"/>
              </a:ext>
            </a:extLst>
          </p:cNvPr>
          <p:cNvSpPr txBox="1">
            <a:spLocks/>
          </p:cNvSpPr>
          <p:nvPr userDrawn="1"/>
        </p:nvSpPr>
        <p:spPr>
          <a:xfrm>
            <a:off x="11320272" y="6608530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latin typeface="+mj-lt"/>
              </a:rPr>
              <a:t>|</a:t>
            </a:r>
          </a:p>
        </p:txBody>
      </p:sp>
      <p:sp>
        <p:nvSpPr>
          <p:cNvPr id="21" name="Datumsplatzhalter 3">
            <a:extLst>
              <a:ext uri="{FF2B5EF4-FFF2-40B4-BE49-F238E27FC236}">
                <a16:creationId xmlns:a16="http://schemas.microsoft.com/office/drawing/2014/main" id="{538E62FB-AA5B-4FC3-A9A1-6E6347DA23FF}"/>
              </a:ext>
            </a:extLst>
          </p:cNvPr>
          <p:cNvSpPr txBox="1">
            <a:spLocks/>
          </p:cNvSpPr>
          <p:nvPr userDrawn="1"/>
        </p:nvSpPr>
        <p:spPr>
          <a:xfrm>
            <a:off x="10276570" y="6611112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latin typeface="+mj-lt"/>
              </a:rPr>
              <a:t>|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495D4D-D1E5-4BC6-8BD2-3421270A8D18}"/>
              </a:ext>
            </a:extLst>
          </p:cNvPr>
          <p:cNvSpPr/>
          <p:nvPr userDrawn="1"/>
        </p:nvSpPr>
        <p:spPr>
          <a:xfrm>
            <a:off x="12308461" y="1304925"/>
            <a:ext cx="1769323" cy="32537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noProof="0" dirty="0"/>
              <a:t>This slide is only to </a:t>
            </a:r>
            <a:br>
              <a:rPr lang="en-US" sz="1200" noProof="0" dirty="0"/>
            </a:br>
            <a:r>
              <a:rPr lang="en-US" sz="1200" noProof="0" dirty="0"/>
              <a:t>be used for imagery that requires black background.</a:t>
            </a:r>
            <a:br>
              <a:rPr lang="en-US" sz="1200" noProof="0" dirty="0"/>
            </a:br>
            <a:r>
              <a:rPr lang="en-US" sz="1200" noProof="0" dirty="0"/>
              <a:t> 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noProof="0" dirty="0"/>
              <a:t>To add an image </a:t>
            </a:r>
            <a:br>
              <a:rPr lang="en-US" sz="1200" noProof="0" dirty="0"/>
            </a:br>
            <a:r>
              <a:rPr lang="en-US" sz="1200" noProof="0" dirty="0"/>
              <a:t>to the background, </a:t>
            </a:r>
            <a:br>
              <a:rPr lang="en-US" sz="1200" noProof="0" dirty="0"/>
            </a:br>
            <a:r>
              <a:rPr lang="en-US" sz="1200" noProof="0" dirty="0"/>
              <a:t>follow these steps: </a:t>
            </a:r>
          </a:p>
          <a:p>
            <a:pPr marL="137160" indent="-137160" algn="l">
              <a:lnSpc>
                <a:spcPct val="120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200" noProof="0" dirty="0"/>
              <a:t>Right click -&gt; </a:t>
            </a:r>
            <a:br>
              <a:rPr lang="en-US" sz="1200" noProof="0" dirty="0"/>
            </a:br>
            <a:r>
              <a:rPr lang="en-US" sz="1200" b="1" noProof="0" dirty="0">
                <a:latin typeface="+mj-lt"/>
              </a:rPr>
              <a:t>Format Background</a:t>
            </a:r>
          </a:p>
          <a:p>
            <a:pPr marL="137160" indent="-137160" algn="l">
              <a:lnSpc>
                <a:spcPct val="120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200" b="1" noProof="0" dirty="0">
                <a:latin typeface="+mj-lt"/>
              </a:rPr>
              <a:t>Picture or texture fill</a:t>
            </a:r>
          </a:p>
          <a:p>
            <a:pPr marL="137160" indent="-137160" algn="l">
              <a:lnSpc>
                <a:spcPct val="120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200" b="1" noProof="0" dirty="0">
                <a:latin typeface="+mj-lt"/>
              </a:rPr>
              <a:t>Picture source</a:t>
            </a:r>
            <a:r>
              <a:rPr lang="en-US" sz="1200" noProof="0" dirty="0"/>
              <a:t> -&gt; </a:t>
            </a:r>
            <a:br>
              <a:rPr lang="en-US" sz="1200" noProof="0" dirty="0"/>
            </a:br>
            <a:r>
              <a:rPr lang="en-US" sz="1200" b="1" noProof="0" dirty="0">
                <a:latin typeface="+mj-lt"/>
              </a:rPr>
              <a:t>Insert…</a:t>
            </a:r>
            <a:endParaRPr lang="en-US" sz="1200" noProof="0" dirty="0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6DCBEE33-BB8E-4D82-BC27-51D7CF50F3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733407" y="301339"/>
            <a:ext cx="941923" cy="50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1109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3">
            <a:extLst>
              <a:ext uri="{FF2B5EF4-FFF2-40B4-BE49-F238E27FC236}">
                <a16:creationId xmlns:a16="http://schemas.microsoft.com/office/drawing/2014/main" id="{CD0720ED-B30A-489C-868F-1E3770C64D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9" y="296863"/>
            <a:ext cx="9420224" cy="13465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accent2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100 characters</a:t>
            </a:r>
          </a:p>
        </p:txBody>
      </p:sp>
      <p:sp>
        <p:nvSpPr>
          <p:cNvPr id="20" name="Titelplatzhalter 1">
            <a:extLst>
              <a:ext uri="{FF2B5EF4-FFF2-40B4-BE49-F238E27FC236}">
                <a16:creationId xmlns:a16="http://schemas.microsoft.com/office/drawing/2014/main" id="{3E75399A-3469-48C5-8D5D-7958975332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05635"/>
            <a:ext cx="9420225" cy="664797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Click to edit Speaker title with a maximum of </a:t>
            </a:r>
            <a:br>
              <a:rPr lang="en-US" noProof="0" dirty="0"/>
            </a:br>
            <a:r>
              <a:rPr lang="en-US" noProof="0" dirty="0"/>
              <a:t>approx. 120 characters in maximum two lines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E5C0D93-75D2-470E-BEAC-980E29256F9E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15939" y="2110121"/>
            <a:ext cx="1655063" cy="1656437"/>
          </a:xfrm>
          <a:prstGeom prst="ellipse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i="1"/>
            </a:lvl1pPr>
          </a:lstStyle>
          <a:p>
            <a:r>
              <a:rPr lang="de-DE" dirty="0"/>
              <a:t>Click </a:t>
            </a:r>
            <a:r>
              <a:rPr lang="de-DE" dirty="0" err="1"/>
              <a:t>icon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photo</a:t>
            </a:r>
            <a:endParaRPr lang="en-US" dirty="0"/>
          </a:p>
        </p:txBody>
      </p:sp>
      <p:sp>
        <p:nvSpPr>
          <p:cNvPr id="32" name="Datumsplatzhalter 3">
            <a:extLst>
              <a:ext uri="{FF2B5EF4-FFF2-40B4-BE49-F238E27FC236}">
                <a16:creationId xmlns:a16="http://schemas.microsoft.com/office/drawing/2014/main" id="{00795C72-6037-4414-A9AA-8EABFD5EE9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0579" y="6611112"/>
            <a:ext cx="979694" cy="128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25C0651A-434E-41B4-9E7D-F2AFB2E8466C}" type="datetime3">
              <a:rPr lang="en-US" smtClean="0"/>
              <a:t>5 May 2026</a:t>
            </a:fld>
            <a:endParaRPr lang="en-US" dirty="0"/>
          </a:p>
        </p:txBody>
      </p:sp>
      <p:sp>
        <p:nvSpPr>
          <p:cNvPr id="33" name="Foliennummernplatzhalter 5">
            <a:extLst>
              <a:ext uri="{FF2B5EF4-FFF2-40B4-BE49-F238E27FC236}">
                <a16:creationId xmlns:a16="http://schemas.microsoft.com/office/drawing/2014/main" id="{26C1FEE9-7E78-4B32-8D5C-41F614B327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611112"/>
            <a:ext cx="291782" cy="12801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20213A-032B-FE42-940A-86A4C9AC44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3" name="Content Placeholder 4">
            <a:extLst>
              <a:ext uri="{FF2B5EF4-FFF2-40B4-BE49-F238E27FC236}">
                <a16:creationId xmlns:a16="http://schemas.microsoft.com/office/drawing/2014/main" id="{0C06816A-2C2A-4EE3-B111-9F24E0DBF189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043517" y="3252250"/>
            <a:ext cx="4142232" cy="2948525"/>
          </a:xfrm>
        </p:spPr>
        <p:txBody>
          <a:bodyPr tIns="182880" numCol="1" spcCol="356616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4" name="Content Placeholder 4">
            <a:extLst>
              <a:ext uri="{FF2B5EF4-FFF2-40B4-BE49-F238E27FC236}">
                <a16:creationId xmlns:a16="http://schemas.microsoft.com/office/drawing/2014/main" id="{4EC038A3-ABF3-4A85-898C-78E58B7C8FA0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3043517" y="2633934"/>
            <a:ext cx="8632546" cy="61567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35000"/>
              <a:buFont typeface="Roboto Light" panose="02000000000000000000" pitchFamily="2" charset="0"/>
              <a:buNone/>
              <a:tabLst/>
              <a:defRPr/>
            </a:pPr>
            <a:r>
              <a:rPr lang="en-US" dirty="0"/>
              <a:t>Click to edit Speaker subtitle with a maximum of </a:t>
            </a:r>
            <a:br>
              <a:rPr lang="en-US" dirty="0"/>
            </a:br>
            <a:r>
              <a:rPr lang="en-US" dirty="0"/>
              <a:t>approx. 140 characters in maximum two lines</a:t>
            </a: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6E27D23D-2F60-448E-9C9F-ED028A571E7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21839" y="2718930"/>
            <a:ext cx="355235" cy="438820"/>
          </a:xfrm>
          <a:prstGeom prst="rect">
            <a:avLst/>
          </a:prstGeom>
        </p:spPr>
      </p:pic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3801F0B3-DA41-4A84-ABAB-471E9240B15A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7533831" y="3252250"/>
            <a:ext cx="4142232" cy="2948525"/>
          </a:xfrm>
        </p:spPr>
        <p:txBody>
          <a:bodyPr tIns="182880" numCol="1" spcCol="356616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D41DE48E-C3ED-46D7-98B8-17A65622D4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54850" y="6611112"/>
            <a:ext cx="3221720" cy="128016"/>
          </a:xfrm>
          <a:prstGeom prst="rect">
            <a:avLst/>
          </a:prstGeom>
        </p:spPr>
        <p:txBody>
          <a:bodyPr vert="horz" lIns="0" tIns="0" rIns="4572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Innovation with Integrity</a:t>
            </a:r>
          </a:p>
        </p:txBody>
      </p:sp>
    </p:spTree>
    <p:extLst>
      <p:ext uri="{BB962C8B-B14F-4D97-AF65-F5344CB8AC3E}">
        <p14:creationId xmlns:p14="http://schemas.microsoft.com/office/powerpoint/2010/main" val="12728163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eaker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3">
            <a:extLst>
              <a:ext uri="{FF2B5EF4-FFF2-40B4-BE49-F238E27FC236}">
                <a16:creationId xmlns:a16="http://schemas.microsoft.com/office/drawing/2014/main" id="{CD0720ED-B30A-489C-868F-1E3770C64D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9" y="296863"/>
            <a:ext cx="9420224" cy="13465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accent2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100 characters</a:t>
            </a:r>
          </a:p>
        </p:txBody>
      </p:sp>
      <p:sp>
        <p:nvSpPr>
          <p:cNvPr id="20" name="Titelplatzhalter 1">
            <a:extLst>
              <a:ext uri="{FF2B5EF4-FFF2-40B4-BE49-F238E27FC236}">
                <a16:creationId xmlns:a16="http://schemas.microsoft.com/office/drawing/2014/main" id="{3E75399A-3469-48C5-8D5D-7958975332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05635"/>
            <a:ext cx="9420225" cy="664797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Click to edit Speaker title with a maximum of </a:t>
            </a:r>
            <a:br>
              <a:rPr lang="en-US" noProof="0" dirty="0"/>
            </a:br>
            <a:r>
              <a:rPr lang="en-US" noProof="0" dirty="0"/>
              <a:t>approx. 120 characters in maximum two lines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E5C0D93-75D2-470E-BEAC-980E29256F9E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37617" y="1592263"/>
            <a:ext cx="1655063" cy="1656437"/>
          </a:xfrm>
          <a:prstGeom prst="ellipse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i="1"/>
            </a:lvl1pPr>
          </a:lstStyle>
          <a:p>
            <a:r>
              <a:rPr lang="de-DE" dirty="0"/>
              <a:t>Click </a:t>
            </a:r>
            <a:r>
              <a:rPr lang="de-DE" dirty="0" err="1"/>
              <a:t>icon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photo</a:t>
            </a:r>
            <a:endParaRPr lang="en-US" dirty="0"/>
          </a:p>
        </p:txBody>
      </p:sp>
      <p:sp>
        <p:nvSpPr>
          <p:cNvPr id="32" name="Datumsplatzhalter 3">
            <a:extLst>
              <a:ext uri="{FF2B5EF4-FFF2-40B4-BE49-F238E27FC236}">
                <a16:creationId xmlns:a16="http://schemas.microsoft.com/office/drawing/2014/main" id="{00795C72-6037-4414-A9AA-8EABFD5EE9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0579" y="6611112"/>
            <a:ext cx="979694" cy="128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B546B547-516D-484A-A795-30485E2D8741}" type="datetime3">
              <a:rPr lang="en-US" smtClean="0"/>
              <a:t>5 May 2026</a:t>
            </a:fld>
            <a:endParaRPr lang="en-US" dirty="0"/>
          </a:p>
        </p:txBody>
      </p:sp>
      <p:sp>
        <p:nvSpPr>
          <p:cNvPr id="33" name="Foliennummernplatzhalter 5">
            <a:extLst>
              <a:ext uri="{FF2B5EF4-FFF2-40B4-BE49-F238E27FC236}">
                <a16:creationId xmlns:a16="http://schemas.microsoft.com/office/drawing/2014/main" id="{26C1FEE9-7E78-4B32-8D5C-41F614B327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611112"/>
            <a:ext cx="291782" cy="12801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20213A-032B-FE42-940A-86A4C9AC44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3" name="Content Placeholder 4">
            <a:extLst>
              <a:ext uri="{FF2B5EF4-FFF2-40B4-BE49-F238E27FC236}">
                <a16:creationId xmlns:a16="http://schemas.microsoft.com/office/drawing/2014/main" id="{0C06816A-2C2A-4EE3-B111-9F24E0DBF189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1037617" y="4226704"/>
            <a:ext cx="4878996" cy="1974071"/>
          </a:xfrm>
        </p:spPr>
        <p:txBody>
          <a:bodyPr tIns="182880" numCol="1" spcCol="356616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4" name="Content Placeholder 4">
            <a:extLst>
              <a:ext uri="{FF2B5EF4-FFF2-40B4-BE49-F238E27FC236}">
                <a16:creationId xmlns:a16="http://schemas.microsoft.com/office/drawing/2014/main" id="{4EC038A3-ABF3-4A85-898C-78E58B7C8FA0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1037617" y="3608388"/>
            <a:ext cx="4878996" cy="61567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35000"/>
              <a:buFont typeface="Roboto Light" panose="02000000000000000000" pitchFamily="2" charset="0"/>
              <a:buNone/>
              <a:tabLst/>
              <a:defRPr/>
            </a:pPr>
            <a:r>
              <a:rPr lang="en-US" dirty="0"/>
              <a:t>Click to edit Speaker subtitle with a maximum of approx. 75 characters</a:t>
            </a: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6E27D23D-2F60-448E-9C9F-ED028A571E7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5939" y="3693384"/>
            <a:ext cx="355235" cy="438820"/>
          </a:xfrm>
          <a:prstGeom prst="rect">
            <a:avLst/>
          </a:prstGeom>
        </p:spPr>
      </p:pic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42A3E1AD-99F5-4236-904C-0B0D0E290F12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797067" y="1593176"/>
            <a:ext cx="1655063" cy="1656437"/>
          </a:xfrm>
          <a:prstGeom prst="ellipse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i="1"/>
            </a:lvl1pPr>
          </a:lstStyle>
          <a:p>
            <a:r>
              <a:rPr lang="de-DE" dirty="0"/>
              <a:t>Click </a:t>
            </a:r>
            <a:r>
              <a:rPr lang="de-DE" dirty="0" err="1"/>
              <a:t>icon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photo</a:t>
            </a:r>
            <a:endParaRPr lang="en-US" dirty="0"/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47FBE273-80AF-4BA7-8B64-A0C36DDCC6F5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797067" y="4227617"/>
            <a:ext cx="4878996" cy="1974071"/>
          </a:xfrm>
        </p:spPr>
        <p:txBody>
          <a:bodyPr tIns="182880" numCol="1" spcCol="356616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ontent Placeholder 4">
            <a:extLst>
              <a:ext uri="{FF2B5EF4-FFF2-40B4-BE49-F238E27FC236}">
                <a16:creationId xmlns:a16="http://schemas.microsoft.com/office/drawing/2014/main" id="{AC010EE5-600C-47CC-B2F6-C413785A833B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6797067" y="3609301"/>
            <a:ext cx="4878996" cy="61567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35000"/>
              <a:buFont typeface="Roboto Light" panose="02000000000000000000" pitchFamily="2" charset="0"/>
              <a:buNone/>
              <a:tabLst/>
              <a:defRPr/>
            </a:pPr>
            <a:r>
              <a:rPr lang="en-US" dirty="0"/>
              <a:t>Click to edit Speaker subtitle with a maximum of approx. 75 characters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E4B47471-19AD-4255-9D13-280630652DA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75389" y="3694297"/>
            <a:ext cx="355235" cy="438820"/>
          </a:xfrm>
          <a:prstGeom prst="rect">
            <a:avLst/>
          </a:prstGeom>
        </p:spPr>
      </p:pic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D6685E2E-3779-4C2D-B919-26C827E789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54850" y="6611112"/>
            <a:ext cx="3221720" cy="128016"/>
          </a:xfrm>
          <a:prstGeom prst="rect">
            <a:avLst/>
          </a:prstGeom>
        </p:spPr>
        <p:txBody>
          <a:bodyPr vert="horz" lIns="0" tIns="0" rIns="4572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Innovation with Integrity</a:t>
            </a:r>
          </a:p>
        </p:txBody>
      </p:sp>
    </p:spTree>
    <p:extLst>
      <p:ext uri="{BB962C8B-B14F-4D97-AF65-F5344CB8AC3E}">
        <p14:creationId xmlns:p14="http://schemas.microsoft.com/office/powerpoint/2010/main" val="3209002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platzhalter 3">
            <a:extLst>
              <a:ext uri="{FF2B5EF4-FFF2-40B4-BE49-F238E27FC236}">
                <a16:creationId xmlns:a16="http://schemas.microsoft.com/office/drawing/2014/main" id="{9861BF8B-4157-B14F-9EDA-FB548DFEF05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9" y="296863"/>
            <a:ext cx="9420224" cy="13465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accent2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100 characters</a:t>
            </a:r>
          </a:p>
        </p:txBody>
      </p:sp>
      <p:sp>
        <p:nvSpPr>
          <p:cNvPr id="15" name="Textplatzhalter 3">
            <a:extLst>
              <a:ext uri="{FF2B5EF4-FFF2-40B4-BE49-F238E27FC236}">
                <a16:creationId xmlns:a16="http://schemas.microsoft.com/office/drawing/2014/main" id="{96523DEB-3E9A-AC42-8151-CB559BC86B3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1448" y="1550589"/>
            <a:ext cx="883204" cy="644487"/>
          </a:xfrm>
          <a:noFill/>
        </p:spPr>
        <p:txBody>
          <a:bodyPr wrap="none" lIns="0" tIns="0" rIns="0" bIns="0">
            <a:noAutofit/>
          </a:bodyPr>
          <a:lstStyle>
            <a:lvl1pPr marL="0" indent="0" fontAlgn="t">
              <a:lnSpc>
                <a:spcPts val="6000"/>
              </a:lnSpc>
              <a:spcAft>
                <a:spcPts val="0"/>
              </a:spcAft>
              <a:buNone/>
              <a:defRPr sz="6000" b="0" i="0" cap="all" spc="100" baseline="0">
                <a:solidFill>
                  <a:srgbClr val="FF9300"/>
                </a:solidFill>
                <a:latin typeface="+mn-lt"/>
                <a:ea typeface="Roboto Light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01</a:t>
            </a:r>
          </a:p>
        </p:txBody>
      </p:sp>
      <p:sp>
        <p:nvSpPr>
          <p:cNvPr id="16" name="Textplatzhalter 3">
            <a:extLst>
              <a:ext uri="{FF2B5EF4-FFF2-40B4-BE49-F238E27FC236}">
                <a16:creationId xmlns:a16="http://schemas.microsoft.com/office/drawing/2014/main" id="{89124A6F-2670-B84E-BD6D-E4E3F96D879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20329" y="1655064"/>
            <a:ext cx="4396284" cy="564257"/>
          </a:xfrm>
          <a:noFill/>
        </p:spPr>
        <p:txBody>
          <a:bodyPr wrap="square" lIns="0" tIns="0" rIns="0" bIns="0" anchor="b">
            <a:spAutoFit/>
          </a:bodyPr>
          <a:lstStyle>
            <a:lvl1pPr marL="0" indent="0" fontAlgn="t">
              <a:lnSpc>
                <a:spcPts val="2160"/>
              </a:lnSpc>
              <a:spcAft>
                <a:spcPts val="0"/>
              </a:spcAft>
              <a:buNone/>
              <a:defRPr sz="1800" b="0" i="0" cap="none" spc="0" baseline="0">
                <a:solidFill>
                  <a:schemeClr val="tx1"/>
                </a:solidFill>
                <a:latin typeface="+mn-lt"/>
                <a:ea typeface="Roboto Light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Agenda topic</a:t>
            </a:r>
            <a:br>
              <a:rPr lang="en-US" noProof="0" dirty="0"/>
            </a:br>
            <a:r>
              <a:rPr lang="en-US" noProof="0" dirty="0"/>
              <a:t>in maximum two lines</a:t>
            </a:r>
          </a:p>
        </p:txBody>
      </p:sp>
      <p:sp>
        <p:nvSpPr>
          <p:cNvPr id="23" name="Textplatzhalter 3">
            <a:extLst>
              <a:ext uri="{FF2B5EF4-FFF2-40B4-BE49-F238E27FC236}">
                <a16:creationId xmlns:a16="http://schemas.microsoft.com/office/drawing/2014/main" id="{96523DEB-3E9A-AC42-8151-CB559BC86B3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1448" y="2583523"/>
            <a:ext cx="883204" cy="644487"/>
          </a:xfrm>
          <a:noFill/>
        </p:spPr>
        <p:txBody>
          <a:bodyPr wrap="none" lIns="0" tIns="0" rIns="0" bIns="0">
            <a:noAutofit/>
          </a:bodyPr>
          <a:lstStyle>
            <a:lvl1pPr marL="0" indent="0" fontAlgn="t">
              <a:lnSpc>
                <a:spcPts val="6000"/>
              </a:lnSpc>
              <a:spcAft>
                <a:spcPts val="0"/>
              </a:spcAft>
              <a:buNone/>
              <a:defRPr sz="6000" b="0" i="0" cap="all" spc="100" baseline="0">
                <a:solidFill>
                  <a:srgbClr val="FF9300"/>
                </a:solidFill>
                <a:latin typeface="+mn-lt"/>
                <a:ea typeface="Roboto Light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02</a:t>
            </a:r>
          </a:p>
        </p:txBody>
      </p:sp>
      <p:sp>
        <p:nvSpPr>
          <p:cNvPr id="24" name="Textplatzhalter 3">
            <a:extLst>
              <a:ext uri="{FF2B5EF4-FFF2-40B4-BE49-F238E27FC236}">
                <a16:creationId xmlns:a16="http://schemas.microsoft.com/office/drawing/2014/main" id="{89124A6F-2670-B84E-BD6D-E4E3F96D87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20329" y="2688336"/>
            <a:ext cx="4396284" cy="564257"/>
          </a:xfrm>
          <a:noFill/>
        </p:spPr>
        <p:txBody>
          <a:bodyPr wrap="square" lIns="0" tIns="0" rIns="0" bIns="0" anchor="b">
            <a:spAutoFit/>
          </a:bodyPr>
          <a:lstStyle>
            <a:lvl1pPr marL="0" indent="0" fontAlgn="t">
              <a:lnSpc>
                <a:spcPts val="2160"/>
              </a:lnSpc>
              <a:spcAft>
                <a:spcPts val="0"/>
              </a:spcAft>
              <a:buNone/>
              <a:defRPr sz="1800" b="0" i="0" cap="none" spc="0" baseline="0">
                <a:solidFill>
                  <a:schemeClr val="tx1"/>
                </a:solidFill>
                <a:latin typeface="+mn-lt"/>
                <a:ea typeface="Roboto Light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Agenda topic</a:t>
            </a:r>
            <a:br>
              <a:rPr lang="en-US" noProof="0" dirty="0"/>
            </a:br>
            <a:r>
              <a:rPr lang="en-US" noProof="0" dirty="0"/>
              <a:t>in maximum two lines</a:t>
            </a:r>
          </a:p>
        </p:txBody>
      </p:sp>
      <p:sp>
        <p:nvSpPr>
          <p:cNvPr id="25" name="Textplatzhalter 3">
            <a:extLst>
              <a:ext uri="{FF2B5EF4-FFF2-40B4-BE49-F238E27FC236}">
                <a16:creationId xmlns:a16="http://schemas.microsoft.com/office/drawing/2014/main" id="{96523DEB-3E9A-AC42-8151-CB559BC86B3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1448" y="3616457"/>
            <a:ext cx="883204" cy="644487"/>
          </a:xfrm>
          <a:noFill/>
        </p:spPr>
        <p:txBody>
          <a:bodyPr wrap="none" lIns="0" tIns="0" rIns="0" bIns="0">
            <a:noAutofit/>
          </a:bodyPr>
          <a:lstStyle>
            <a:lvl1pPr marL="0" indent="0" fontAlgn="t">
              <a:lnSpc>
                <a:spcPts val="6000"/>
              </a:lnSpc>
              <a:spcAft>
                <a:spcPts val="0"/>
              </a:spcAft>
              <a:buNone/>
              <a:defRPr sz="6000" b="0" i="0" cap="all" spc="100" baseline="0">
                <a:solidFill>
                  <a:srgbClr val="FF9300"/>
                </a:solidFill>
                <a:latin typeface="+mn-lt"/>
                <a:ea typeface="Roboto Light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03</a:t>
            </a:r>
          </a:p>
        </p:txBody>
      </p:sp>
      <p:sp>
        <p:nvSpPr>
          <p:cNvPr id="26" name="Textplatzhalter 3">
            <a:extLst>
              <a:ext uri="{FF2B5EF4-FFF2-40B4-BE49-F238E27FC236}">
                <a16:creationId xmlns:a16="http://schemas.microsoft.com/office/drawing/2014/main" id="{89124A6F-2670-B84E-BD6D-E4E3F96D879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0329" y="3721608"/>
            <a:ext cx="4396284" cy="564257"/>
          </a:xfrm>
          <a:noFill/>
        </p:spPr>
        <p:txBody>
          <a:bodyPr wrap="square" lIns="0" tIns="0" rIns="0" bIns="0" anchor="b">
            <a:spAutoFit/>
          </a:bodyPr>
          <a:lstStyle>
            <a:lvl1pPr marL="0" indent="0" fontAlgn="t">
              <a:lnSpc>
                <a:spcPts val="2160"/>
              </a:lnSpc>
              <a:spcAft>
                <a:spcPts val="0"/>
              </a:spcAft>
              <a:buNone/>
              <a:defRPr sz="1800" b="0" i="0" cap="none" spc="0" baseline="0">
                <a:solidFill>
                  <a:schemeClr val="tx1"/>
                </a:solidFill>
                <a:latin typeface="+mn-lt"/>
                <a:ea typeface="Roboto Light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Agenda topic</a:t>
            </a:r>
            <a:br>
              <a:rPr lang="en-US" noProof="0" dirty="0"/>
            </a:br>
            <a:r>
              <a:rPr lang="en-US" noProof="0" dirty="0"/>
              <a:t>in maximum two lines</a:t>
            </a:r>
          </a:p>
        </p:txBody>
      </p:sp>
      <p:sp>
        <p:nvSpPr>
          <p:cNvPr id="27" name="Textplatzhalter 3">
            <a:extLst>
              <a:ext uri="{FF2B5EF4-FFF2-40B4-BE49-F238E27FC236}">
                <a16:creationId xmlns:a16="http://schemas.microsoft.com/office/drawing/2014/main" id="{96523DEB-3E9A-AC42-8151-CB559BC86B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1448" y="4649390"/>
            <a:ext cx="883204" cy="644487"/>
          </a:xfrm>
          <a:noFill/>
        </p:spPr>
        <p:txBody>
          <a:bodyPr wrap="none" lIns="0" tIns="0" rIns="0" bIns="0">
            <a:noAutofit/>
          </a:bodyPr>
          <a:lstStyle>
            <a:lvl1pPr marL="0" indent="0" fontAlgn="t">
              <a:lnSpc>
                <a:spcPts val="6000"/>
              </a:lnSpc>
              <a:spcAft>
                <a:spcPts val="0"/>
              </a:spcAft>
              <a:buNone/>
              <a:defRPr sz="6000" b="0" i="0" cap="all" spc="100" baseline="0">
                <a:solidFill>
                  <a:srgbClr val="FF9300"/>
                </a:solidFill>
                <a:latin typeface="+mn-lt"/>
                <a:ea typeface="Roboto Light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04</a:t>
            </a:r>
          </a:p>
        </p:txBody>
      </p:sp>
      <p:sp>
        <p:nvSpPr>
          <p:cNvPr id="28" name="Textplatzhalter 3">
            <a:extLst>
              <a:ext uri="{FF2B5EF4-FFF2-40B4-BE49-F238E27FC236}">
                <a16:creationId xmlns:a16="http://schemas.microsoft.com/office/drawing/2014/main" id="{89124A6F-2670-B84E-BD6D-E4E3F96D87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20329" y="4754880"/>
            <a:ext cx="4396284" cy="564257"/>
          </a:xfrm>
          <a:noFill/>
        </p:spPr>
        <p:txBody>
          <a:bodyPr wrap="square" lIns="0" tIns="0" rIns="0" bIns="0" anchor="b">
            <a:spAutoFit/>
          </a:bodyPr>
          <a:lstStyle>
            <a:lvl1pPr marL="0" indent="0" fontAlgn="t">
              <a:lnSpc>
                <a:spcPts val="2160"/>
              </a:lnSpc>
              <a:spcAft>
                <a:spcPts val="0"/>
              </a:spcAft>
              <a:buNone/>
              <a:defRPr sz="1800" b="0" i="0" cap="none" spc="0" baseline="0">
                <a:solidFill>
                  <a:schemeClr val="tx1"/>
                </a:solidFill>
                <a:latin typeface="+mn-lt"/>
                <a:ea typeface="Roboto Light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Agenda topic</a:t>
            </a:r>
            <a:br>
              <a:rPr lang="en-US" noProof="0" dirty="0"/>
            </a:br>
            <a:r>
              <a:rPr lang="en-US" noProof="0" dirty="0"/>
              <a:t>in maximum two lines</a:t>
            </a:r>
          </a:p>
        </p:txBody>
      </p:sp>
      <p:sp>
        <p:nvSpPr>
          <p:cNvPr id="31" name="Textplatzhalter 3">
            <a:extLst>
              <a:ext uri="{FF2B5EF4-FFF2-40B4-BE49-F238E27FC236}">
                <a16:creationId xmlns:a16="http://schemas.microsoft.com/office/drawing/2014/main" id="{96523DEB-3E9A-AC42-8151-CB559BC86B3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78782" y="1550589"/>
            <a:ext cx="883204" cy="644487"/>
          </a:xfrm>
          <a:noFill/>
        </p:spPr>
        <p:txBody>
          <a:bodyPr wrap="none" lIns="0" tIns="0" rIns="0" bIns="0">
            <a:noAutofit/>
          </a:bodyPr>
          <a:lstStyle>
            <a:lvl1pPr marL="0" indent="0" fontAlgn="t">
              <a:lnSpc>
                <a:spcPts val="6000"/>
              </a:lnSpc>
              <a:spcAft>
                <a:spcPts val="0"/>
              </a:spcAft>
              <a:buNone/>
              <a:defRPr sz="6000" b="0" i="0" cap="all" spc="100" baseline="0">
                <a:solidFill>
                  <a:srgbClr val="FF9300"/>
                </a:solidFill>
                <a:latin typeface="+mn-lt"/>
                <a:ea typeface="Roboto Light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05</a:t>
            </a:r>
          </a:p>
        </p:txBody>
      </p:sp>
      <p:sp>
        <p:nvSpPr>
          <p:cNvPr id="32" name="Textplatzhalter 3">
            <a:extLst>
              <a:ext uri="{FF2B5EF4-FFF2-40B4-BE49-F238E27FC236}">
                <a16:creationId xmlns:a16="http://schemas.microsoft.com/office/drawing/2014/main" id="{89124A6F-2670-B84E-BD6D-E4E3F96D879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77663" y="1655064"/>
            <a:ext cx="4396284" cy="564257"/>
          </a:xfrm>
          <a:noFill/>
        </p:spPr>
        <p:txBody>
          <a:bodyPr wrap="square" lIns="0" tIns="0" rIns="0" bIns="0" anchor="b">
            <a:spAutoFit/>
          </a:bodyPr>
          <a:lstStyle>
            <a:lvl1pPr marL="0" indent="0" fontAlgn="t">
              <a:lnSpc>
                <a:spcPts val="2160"/>
              </a:lnSpc>
              <a:spcAft>
                <a:spcPts val="0"/>
              </a:spcAft>
              <a:buNone/>
              <a:defRPr sz="1800" b="0" i="0" cap="none" spc="0" baseline="0">
                <a:solidFill>
                  <a:schemeClr val="tx1"/>
                </a:solidFill>
                <a:latin typeface="+mn-lt"/>
                <a:ea typeface="Roboto Light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edit Agenda topic</a:t>
            </a:r>
            <a:br>
              <a:rPr lang="en-US" noProof="0"/>
            </a:br>
            <a:r>
              <a:rPr lang="en-US" noProof="0"/>
              <a:t>in maximum two lines</a:t>
            </a:r>
          </a:p>
        </p:txBody>
      </p:sp>
      <p:sp>
        <p:nvSpPr>
          <p:cNvPr id="33" name="Textplatzhalter 3">
            <a:extLst>
              <a:ext uri="{FF2B5EF4-FFF2-40B4-BE49-F238E27FC236}">
                <a16:creationId xmlns:a16="http://schemas.microsoft.com/office/drawing/2014/main" id="{96523DEB-3E9A-AC42-8151-CB559BC86B3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78782" y="2583522"/>
            <a:ext cx="883204" cy="644487"/>
          </a:xfrm>
          <a:noFill/>
        </p:spPr>
        <p:txBody>
          <a:bodyPr wrap="none" lIns="0" tIns="0" rIns="0" bIns="0">
            <a:noAutofit/>
          </a:bodyPr>
          <a:lstStyle>
            <a:lvl1pPr marL="0" indent="0" fontAlgn="t">
              <a:lnSpc>
                <a:spcPts val="6000"/>
              </a:lnSpc>
              <a:spcAft>
                <a:spcPts val="0"/>
              </a:spcAft>
              <a:buNone/>
              <a:defRPr sz="6000" b="0" i="0" cap="all" spc="100" baseline="0">
                <a:solidFill>
                  <a:srgbClr val="FF9300"/>
                </a:solidFill>
                <a:latin typeface="+mn-lt"/>
                <a:ea typeface="Roboto Light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06</a:t>
            </a:r>
          </a:p>
        </p:txBody>
      </p:sp>
      <p:sp>
        <p:nvSpPr>
          <p:cNvPr id="34" name="Textplatzhalter 3">
            <a:extLst>
              <a:ext uri="{FF2B5EF4-FFF2-40B4-BE49-F238E27FC236}">
                <a16:creationId xmlns:a16="http://schemas.microsoft.com/office/drawing/2014/main" id="{89124A6F-2670-B84E-BD6D-E4E3F96D879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77663" y="2688336"/>
            <a:ext cx="4396284" cy="564257"/>
          </a:xfrm>
          <a:noFill/>
        </p:spPr>
        <p:txBody>
          <a:bodyPr wrap="square" lIns="0" tIns="0" rIns="0" bIns="0" anchor="b">
            <a:spAutoFit/>
          </a:bodyPr>
          <a:lstStyle>
            <a:lvl1pPr marL="0" indent="0" fontAlgn="t">
              <a:lnSpc>
                <a:spcPts val="2160"/>
              </a:lnSpc>
              <a:spcAft>
                <a:spcPts val="0"/>
              </a:spcAft>
              <a:buNone/>
              <a:defRPr sz="1800" b="0" i="0" cap="none" spc="0" baseline="0">
                <a:solidFill>
                  <a:schemeClr val="tx1"/>
                </a:solidFill>
                <a:latin typeface="+mn-lt"/>
                <a:ea typeface="Roboto Light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Agenda topic</a:t>
            </a:r>
            <a:br>
              <a:rPr lang="en-US" noProof="0" dirty="0"/>
            </a:br>
            <a:r>
              <a:rPr lang="en-US" noProof="0" dirty="0"/>
              <a:t>in maximum two lines</a:t>
            </a:r>
          </a:p>
        </p:txBody>
      </p:sp>
      <p:sp>
        <p:nvSpPr>
          <p:cNvPr id="35" name="Textplatzhalter 3">
            <a:extLst>
              <a:ext uri="{FF2B5EF4-FFF2-40B4-BE49-F238E27FC236}">
                <a16:creationId xmlns:a16="http://schemas.microsoft.com/office/drawing/2014/main" id="{96523DEB-3E9A-AC42-8151-CB559BC86B3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78782" y="3616456"/>
            <a:ext cx="883204" cy="644487"/>
          </a:xfrm>
          <a:noFill/>
        </p:spPr>
        <p:txBody>
          <a:bodyPr wrap="none" lIns="0" tIns="0" rIns="0" bIns="0">
            <a:noAutofit/>
          </a:bodyPr>
          <a:lstStyle>
            <a:lvl1pPr marL="0" indent="0" fontAlgn="t">
              <a:lnSpc>
                <a:spcPts val="6000"/>
              </a:lnSpc>
              <a:spcAft>
                <a:spcPts val="0"/>
              </a:spcAft>
              <a:buNone/>
              <a:defRPr sz="6000" b="0" i="0" cap="all" spc="100" baseline="0">
                <a:solidFill>
                  <a:srgbClr val="FF9300"/>
                </a:solidFill>
                <a:latin typeface="+mn-lt"/>
                <a:ea typeface="Roboto Light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07</a:t>
            </a:r>
          </a:p>
        </p:txBody>
      </p:sp>
      <p:sp>
        <p:nvSpPr>
          <p:cNvPr id="36" name="Textplatzhalter 3">
            <a:extLst>
              <a:ext uri="{FF2B5EF4-FFF2-40B4-BE49-F238E27FC236}">
                <a16:creationId xmlns:a16="http://schemas.microsoft.com/office/drawing/2014/main" id="{89124A6F-2670-B84E-BD6D-E4E3F96D879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277663" y="3721608"/>
            <a:ext cx="4396284" cy="564257"/>
          </a:xfrm>
          <a:noFill/>
        </p:spPr>
        <p:txBody>
          <a:bodyPr wrap="square" lIns="0" tIns="0" rIns="0" bIns="0" anchor="b">
            <a:spAutoFit/>
          </a:bodyPr>
          <a:lstStyle>
            <a:lvl1pPr marL="0" indent="0" fontAlgn="t">
              <a:lnSpc>
                <a:spcPts val="2160"/>
              </a:lnSpc>
              <a:spcAft>
                <a:spcPts val="0"/>
              </a:spcAft>
              <a:buNone/>
              <a:defRPr sz="1800" b="0" i="0" cap="none" spc="0" baseline="0">
                <a:solidFill>
                  <a:schemeClr val="tx1"/>
                </a:solidFill>
                <a:latin typeface="+mn-lt"/>
                <a:ea typeface="Roboto Light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edit Agenda topic</a:t>
            </a:r>
            <a:br>
              <a:rPr lang="en-US" noProof="0"/>
            </a:br>
            <a:r>
              <a:rPr lang="en-US" noProof="0"/>
              <a:t>in maximum two lines</a:t>
            </a:r>
          </a:p>
        </p:txBody>
      </p:sp>
      <p:sp>
        <p:nvSpPr>
          <p:cNvPr id="37" name="Textplatzhalter 3">
            <a:extLst>
              <a:ext uri="{FF2B5EF4-FFF2-40B4-BE49-F238E27FC236}">
                <a16:creationId xmlns:a16="http://schemas.microsoft.com/office/drawing/2014/main" id="{96523DEB-3E9A-AC42-8151-CB559BC86B3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78782" y="4649390"/>
            <a:ext cx="883204" cy="644487"/>
          </a:xfrm>
          <a:noFill/>
        </p:spPr>
        <p:txBody>
          <a:bodyPr wrap="none" lIns="0" tIns="0" rIns="0" bIns="0">
            <a:noAutofit/>
          </a:bodyPr>
          <a:lstStyle>
            <a:lvl1pPr marL="0" indent="0" fontAlgn="t">
              <a:lnSpc>
                <a:spcPts val="6000"/>
              </a:lnSpc>
              <a:spcAft>
                <a:spcPts val="0"/>
              </a:spcAft>
              <a:buNone/>
              <a:defRPr sz="6000" b="0" i="0" cap="all" spc="100" baseline="0">
                <a:solidFill>
                  <a:srgbClr val="FF9300"/>
                </a:solidFill>
                <a:latin typeface="+mn-lt"/>
                <a:ea typeface="Roboto Light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08</a:t>
            </a:r>
          </a:p>
        </p:txBody>
      </p:sp>
      <p:sp>
        <p:nvSpPr>
          <p:cNvPr id="38" name="Textplatzhalter 3">
            <a:extLst>
              <a:ext uri="{FF2B5EF4-FFF2-40B4-BE49-F238E27FC236}">
                <a16:creationId xmlns:a16="http://schemas.microsoft.com/office/drawing/2014/main" id="{89124A6F-2670-B84E-BD6D-E4E3F96D879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77663" y="4754880"/>
            <a:ext cx="4396284" cy="564257"/>
          </a:xfrm>
          <a:noFill/>
        </p:spPr>
        <p:txBody>
          <a:bodyPr wrap="square" lIns="0" tIns="0" rIns="0" bIns="0" anchor="b">
            <a:spAutoFit/>
          </a:bodyPr>
          <a:lstStyle>
            <a:lvl1pPr marL="0" indent="0" fontAlgn="t">
              <a:lnSpc>
                <a:spcPts val="2160"/>
              </a:lnSpc>
              <a:spcAft>
                <a:spcPts val="0"/>
              </a:spcAft>
              <a:buNone/>
              <a:defRPr sz="1800" b="0" i="0" cap="none" spc="0" baseline="0">
                <a:solidFill>
                  <a:schemeClr val="tx1"/>
                </a:solidFill>
                <a:latin typeface="+mn-lt"/>
                <a:ea typeface="Roboto Light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edit Agenda topic</a:t>
            </a:r>
            <a:br>
              <a:rPr lang="en-US" noProof="0"/>
            </a:br>
            <a:r>
              <a:rPr lang="en-US" noProof="0"/>
              <a:t>in maximum two lines</a:t>
            </a:r>
          </a:p>
        </p:txBody>
      </p:sp>
      <p:sp>
        <p:nvSpPr>
          <p:cNvPr id="45" name="Titelplatzhalter 1">
            <a:extLst>
              <a:ext uri="{FF2B5EF4-FFF2-40B4-BE49-F238E27FC236}">
                <a16:creationId xmlns:a16="http://schemas.microsoft.com/office/drawing/2014/main" id="{6453F368-6889-417C-A338-273551D75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05635"/>
            <a:ext cx="9420225" cy="664797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Click to edit Agenda title with a maximum of </a:t>
            </a:r>
            <a:br>
              <a:rPr lang="en-US" noProof="0" dirty="0"/>
            </a:br>
            <a:r>
              <a:rPr lang="en-US" noProof="0" dirty="0"/>
              <a:t>approx. 120 characters in maximum two lines</a:t>
            </a:r>
          </a:p>
        </p:txBody>
      </p:sp>
      <p:sp>
        <p:nvSpPr>
          <p:cNvPr id="51" name="Datumsplatzhalter 3">
            <a:extLst>
              <a:ext uri="{FF2B5EF4-FFF2-40B4-BE49-F238E27FC236}">
                <a16:creationId xmlns:a16="http://schemas.microsoft.com/office/drawing/2014/main" id="{F1F50024-E250-4528-9B3E-830619280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0579" y="6611112"/>
            <a:ext cx="979694" cy="128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76BDC79F-9EF2-4392-B28D-51AB5E5A1155}" type="datetime3">
              <a:rPr lang="en-US" smtClean="0"/>
              <a:t>5 May 2026</a:t>
            </a:fld>
            <a:endParaRPr lang="en-US" dirty="0"/>
          </a:p>
        </p:txBody>
      </p:sp>
      <p:sp>
        <p:nvSpPr>
          <p:cNvPr id="52" name="Foliennummernplatzhalter 5">
            <a:extLst>
              <a:ext uri="{FF2B5EF4-FFF2-40B4-BE49-F238E27FC236}">
                <a16:creationId xmlns:a16="http://schemas.microsoft.com/office/drawing/2014/main" id="{DB161058-320D-4627-92E7-24BC18DE8E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611112"/>
            <a:ext cx="291782" cy="12801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20213A-032B-FE42-940A-86A4C9AC44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4312A6B9-7992-4591-AF7A-FFBD4095F1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54850" y="6611112"/>
            <a:ext cx="3221720" cy="128016"/>
          </a:xfrm>
          <a:prstGeom prst="rect">
            <a:avLst/>
          </a:prstGeom>
        </p:spPr>
        <p:txBody>
          <a:bodyPr vert="horz" lIns="0" tIns="0" rIns="4572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Innovation with Integrity</a:t>
            </a:r>
          </a:p>
        </p:txBody>
      </p:sp>
    </p:spTree>
    <p:extLst>
      <p:ext uri="{BB962C8B-B14F-4D97-AF65-F5344CB8AC3E}">
        <p14:creationId xmlns:p14="http://schemas.microsoft.com/office/powerpoint/2010/main" val="20564745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um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EC394D-0BE0-47C1-B088-32253B16C96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15939" y="1592635"/>
            <a:ext cx="11160124" cy="4608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8" name="Textplatzhalter 3">
            <a:extLst>
              <a:ext uri="{FF2B5EF4-FFF2-40B4-BE49-F238E27FC236}">
                <a16:creationId xmlns:a16="http://schemas.microsoft.com/office/drawing/2014/main" id="{B4FD5F9F-E446-4BF5-A57D-6634A5E8E1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9" y="296863"/>
            <a:ext cx="9420224" cy="13465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accent2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100 characters</a:t>
            </a:r>
          </a:p>
        </p:txBody>
      </p:sp>
      <p:sp>
        <p:nvSpPr>
          <p:cNvPr id="12" name="Titelplatzhalter 1">
            <a:extLst>
              <a:ext uri="{FF2B5EF4-FFF2-40B4-BE49-F238E27FC236}">
                <a16:creationId xmlns:a16="http://schemas.microsoft.com/office/drawing/2014/main" id="{B024D9C6-40E1-456A-B101-0BF21E6F2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05635"/>
            <a:ext cx="9420225" cy="664797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/>
          <a:p>
            <a:pPr lvl="0"/>
            <a:r>
              <a:rPr lang="en-US" noProof="0" dirty="0"/>
              <a:t>Click to edit Master title with a maximum of </a:t>
            </a:r>
            <a:br>
              <a:rPr lang="en-US" noProof="0" dirty="0"/>
            </a:br>
            <a:r>
              <a:rPr lang="en-US" noProof="0" dirty="0"/>
              <a:t>approx. 120 characters in maximum two lines</a:t>
            </a:r>
          </a:p>
        </p:txBody>
      </p:sp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4D561DC7-9D7E-42B5-AABC-F2E4DE6D00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0579" y="6611112"/>
            <a:ext cx="979694" cy="128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1B86DD56-2396-47D7-84E7-2D8D2B8E857E}" type="datetime3">
              <a:rPr lang="en-US" smtClean="0"/>
              <a:t>5 May 2026</a:t>
            </a:fld>
            <a:endParaRPr lang="en-US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8D179A22-84DE-48B9-A6F3-2FD253802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611112"/>
            <a:ext cx="291782" cy="12801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20213A-032B-FE42-940A-86A4C9AC44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191CD9B-E345-4880-8C3C-9BB6E4F6B8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54850" y="6611112"/>
            <a:ext cx="3221720" cy="128016"/>
          </a:xfrm>
          <a:prstGeom prst="rect">
            <a:avLst/>
          </a:prstGeom>
        </p:spPr>
        <p:txBody>
          <a:bodyPr vert="horz" lIns="0" tIns="0" rIns="4572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Innovation with Integrity</a:t>
            </a:r>
          </a:p>
        </p:txBody>
      </p:sp>
    </p:spTree>
    <p:extLst>
      <p:ext uri="{BB962C8B-B14F-4D97-AF65-F5344CB8AC3E}">
        <p14:creationId xmlns:p14="http://schemas.microsoft.com/office/powerpoint/2010/main" val="6916675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umn Sub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platzhalter 3">
            <a:extLst>
              <a:ext uri="{FF2B5EF4-FFF2-40B4-BE49-F238E27FC236}">
                <a16:creationId xmlns:a16="http://schemas.microsoft.com/office/drawing/2014/main" id="{B4FD5F9F-E446-4BF5-A57D-6634A5E8E1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9" y="296863"/>
            <a:ext cx="9420224" cy="13465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accent2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100 characters</a:t>
            </a:r>
          </a:p>
        </p:txBody>
      </p:sp>
      <p:sp>
        <p:nvSpPr>
          <p:cNvPr id="12" name="Titelplatzhalter 1">
            <a:extLst>
              <a:ext uri="{FF2B5EF4-FFF2-40B4-BE49-F238E27FC236}">
                <a16:creationId xmlns:a16="http://schemas.microsoft.com/office/drawing/2014/main" id="{B024D9C6-40E1-456A-B101-0BF21E6F2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05635"/>
            <a:ext cx="9420225" cy="664797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Click to edit Master title with a maximum of </a:t>
            </a:r>
            <a:br>
              <a:rPr lang="en-US" noProof="0" dirty="0"/>
            </a:br>
            <a:r>
              <a:rPr lang="en-US" noProof="0" dirty="0"/>
              <a:t>approx. 120 characters in maximum two lines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FAB3B0C1-BC1E-4425-A8E8-E02CE9650E7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15937" y="2210577"/>
            <a:ext cx="11160126" cy="3990198"/>
          </a:xfrm>
        </p:spPr>
        <p:txBody>
          <a:bodyPr t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86EF8F62-05CB-4821-BA3D-ECB4331436A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15937" y="1592261"/>
            <a:ext cx="11160126" cy="61567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35000"/>
              <a:buFont typeface="Roboto Light" panose="02000000000000000000" pitchFamily="2" charset="0"/>
              <a:buNone/>
              <a:tabLst/>
              <a:defRPr/>
            </a:pPr>
            <a:r>
              <a:rPr lang="en-US" dirty="0"/>
              <a:t>Click to edit Master subtitle with a maximum of </a:t>
            </a:r>
            <a:br>
              <a:rPr lang="en-US" dirty="0"/>
            </a:br>
            <a:r>
              <a:rPr lang="en-US" dirty="0"/>
              <a:t>approx. 180 characters in maximum two lines</a:t>
            </a:r>
          </a:p>
        </p:txBody>
      </p:sp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0A7EE14C-A228-4D08-9CC1-5215F60B28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0579" y="6611112"/>
            <a:ext cx="979694" cy="128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DD071562-4795-470A-834D-1B84268E0E33}" type="datetime3">
              <a:rPr lang="en-US" smtClean="0"/>
              <a:t>5 May 2026</a:t>
            </a:fld>
            <a:endParaRPr lang="en-US" dirty="0"/>
          </a:p>
        </p:txBody>
      </p:sp>
      <p:sp>
        <p:nvSpPr>
          <p:cNvPr id="19" name="Foliennummernplatzhalter 5">
            <a:extLst>
              <a:ext uri="{FF2B5EF4-FFF2-40B4-BE49-F238E27FC236}">
                <a16:creationId xmlns:a16="http://schemas.microsoft.com/office/drawing/2014/main" id="{981180F7-7F67-4206-8EB1-F8B4CEC6AF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611112"/>
            <a:ext cx="291782" cy="12801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20213A-032B-FE42-940A-86A4C9AC44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6049023-A64B-4C05-9087-EE8607E756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54850" y="6611112"/>
            <a:ext cx="3221720" cy="128016"/>
          </a:xfrm>
          <a:prstGeom prst="rect">
            <a:avLst/>
          </a:prstGeom>
        </p:spPr>
        <p:txBody>
          <a:bodyPr vert="horz" lIns="0" tIns="0" rIns="4572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Innovation with Integrity</a:t>
            </a:r>
          </a:p>
        </p:txBody>
      </p:sp>
    </p:spTree>
    <p:extLst>
      <p:ext uri="{BB962C8B-B14F-4D97-AF65-F5344CB8AC3E}">
        <p14:creationId xmlns:p14="http://schemas.microsoft.com/office/powerpoint/2010/main" val="24568887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umn with 2 Picture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3">
            <a:extLst>
              <a:ext uri="{FF2B5EF4-FFF2-40B4-BE49-F238E27FC236}">
                <a16:creationId xmlns:a16="http://schemas.microsoft.com/office/drawing/2014/main" id="{CD0720ED-B30A-489C-868F-1E3770C64D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9" y="296863"/>
            <a:ext cx="9420224" cy="13465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accent2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100 characters</a:t>
            </a:r>
          </a:p>
        </p:txBody>
      </p:sp>
      <p:sp>
        <p:nvSpPr>
          <p:cNvPr id="20" name="Titelplatzhalter 1">
            <a:extLst>
              <a:ext uri="{FF2B5EF4-FFF2-40B4-BE49-F238E27FC236}">
                <a16:creationId xmlns:a16="http://schemas.microsoft.com/office/drawing/2014/main" id="{3E75399A-3469-48C5-8D5D-7958975332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05635"/>
            <a:ext cx="9420225" cy="664797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/>
          <a:p>
            <a:pPr lvl="0"/>
            <a:r>
              <a:rPr lang="en-US" noProof="0" dirty="0"/>
              <a:t>Click to edit Master title with a maximum of </a:t>
            </a:r>
            <a:br>
              <a:rPr lang="en-US" noProof="0" dirty="0"/>
            </a:br>
            <a:r>
              <a:rPr lang="en-US" noProof="0" dirty="0"/>
              <a:t>approx. 120 characters in maximum two lines</a:t>
            </a:r>
          </a:p>
        </p:txBody>
      </p:sp>
      <p:sp>
        <p:nvSpPr>
          <p:cNvPr id="24" name="Content Placeholder 4">
            <a:extLst>
              <a:ext uri="{FF2B5EF4-FFF2-40B4-BE49-F238E27FC236}">
                <a16:creationId xmlns:a16="http://schemas.microsoft.com/office/drawing/2014/main" id="{4FD2095E-3337-4057-92A2-4038248C47C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15939" y="1592635"/>
            <a:ext cx="3484562" cy="4608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E5C0D93-75D2-470E-BEAC-980E29256F9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351338" y="1592261"/>
            <a:ext cx="3482975" cy="3485866"/>
          </a:xfrm>
        </p:spPr>
        <p:txBody>
          <a:bodyPr/>
          <a:lstStyle>
            <a:lvl1pPr marL="0" indent="0">
              <a:buNone/>
              <a:defRPr i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Datumsplatzhalter 3">
            <a:extLst>
              <a:ext uri="{FF2B5EF4-FFF2-40B4-BE49-F238E27FC236}">
                <a16:creationId xmlns:a16="http://schemas.microsoft.com/office/drawing/2014/main" id="{26CFFD13-1B37-41A9-BE04-A2910FF338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0579" y="6611112"/>
            <a:ext cx="979694" cy="128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42BEEB-8DE0-406D-8E2D-D3764F9D07AF}" type="datetime3">
              <a:rPr lang="en-US" smtClean="0"/>
              <a:t>5 May 2026</a:t>
            </a:fld>
            <a:endParaRPr lang="en-US" dirty="0"/>
          </a:p>
        </p:txBody>
      </p:sp>
      <p:sp>
        <p:nvSpPr>
          <p:cNvPr id="23" name="Foliennummernplatzhalter 5">
            <a:extLst>
              <a:ext uri="{FF2B5EF4-FFF2-40B4-BE49-F238E27FC236}">
                <a16:creationId xmlns:a16="http://schemas.microsoft.com/office/drawing/2014/main" id="{8448B5CB-B336-414C-A94E-7523541696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611112"/>
            <a:ext cx="291782" cy="12801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20213A-032B-FE42-940A-86A4C9AC44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B2F07E81-ECF0-4E16-88FB-297045B7B9F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193088" y="1592261"/>
            <a:ext cx="3482975" cy="3485866"/>
          </a:xfrm>
        </p:spPr>
        <p:txBody>
          <a:bodyPr/>
          <a:lstStyle>
            <a:lvl1pPr marL="0" indent="0">
              <a:buNone/>
              <a:defRPr i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C34797F4-61C6-455C-8BFA-5E6860B1A708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4349751" y="5078127"/>
            <a:ext cx="3484562" cy="1122647"/>
          </a:xfrm>
        </p:spPr>
        <p:txBody>
          <a:bodyPr tIns="182880"/>
          <a:lstStyle>
            <a:lvl1pPr marL="0" indent="0">
              <a:buNone/>
              <a:defRPr sz="1400"/>
            </a:lvl1pPr>
            <a:lvl2pPr marL="297216" indent="0">
              <a:buNone/>
              <a:defRPr/>
            </a:lvl2pPr>
            <a:lvl3pPr marL="589824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43DFB8B9-75ED-4BF5-841E-476EBF9E91D8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8191501" y="5078127"/>
            <a:ext cx="3484562" cy="1122647"/>
          </a:xfrm>
        </p:spPr>
        <p:txBody>
          <a:bodyPr tIns="182880"/>
          <a:lstStyle>
            <a:lvl1pPr marL="0" indent="0">
              <a:buNone/>
              <a:defRPr sz="1400"/>
            </a:lvl1pPr>
            <a:lvl2pPr marL="297216" indent="0">
              <a:buNone/>
              <a:defRPr/>
            </a:lvl2pPr>
            <a:lvl3pPr marL="589824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01D1429-53BC-4B38-8AE4-FC90595028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54850" y="6611112"/>
            <a:ext cx="3221720" cy="128016"/>
          </a:xfrm>
          <a:prstGeom prst="rect">
            <a:avLst/>
          </a:prstGeom>
        </p:spPr>
        <p:txBody>
          <a:bodyPr vert="horz" lIns="0" tIns="0" rIns="4572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Innovation with Integrity</a:t>
            </a:r>
          </a:p>
        </p:txBody>
      </p:sp>
    </p:spTree>
    <p:extLst>
      <p:ext uri="{BB962C8B-B14F-4D97-AF65-F5344CB8AC3E}">
        <p14:creationId xmlns:p14="http://schemas.microsoft.com/office/powerpoint/2010/main" val="26804814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umn Subtitle with 2 Picture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3">
            <a:extLst>
              <a:ext uri="{FF2B5EF4-FFF2-40B4-BE49-F238E27FC236}">
                <a16:creationId xmlns:a16="http://schemas.microsoft.com/office/drawing/2014/main" id="{CD0720ED-B30A-489C-868F-1E3770C64D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9" y="296863"/>
            <a:ext cx="9420224" cy="13465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accent2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100 characters</a:t>
            </a:r>
          </a:p>
        </p:txBody>
      </p:sp>
      <p:sp>
        <p:nvSpPr>
          <p:cNvPr id="20" name="Titelplatzhalter 1">
            <a:extLst>
              <a:ext uri="{FF2B5EF4-FFF2-40B4-BE49-F238E27FC236}">
                <a16:creationId xmlns:a16="http://schemas.microsoft.com/office/drawing/2014/main" id="{3E75399A-3469-48C5-8D5D-7958975332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05635"/>
            <a:ext cx="9420225" cy="664797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/>
          <a:p>
            <a:pPr lvl="0"/>
            <a:r>
              <a:rPr lang="en-US" noProof="0" dirty="0"/>
              <a:t>Click to edit Master title with a maximum of </a:t>
            </a:r>
            <a:br>
              <a:rPr lang="en-US" noProof="0" dirty="0"/>
            </a:br>
            <a:r>
              <a:rPr lang="en-US" noProof="0" dirty="0"/>
              <a:t>approx. 120 characters in maximum two lines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E5C0D93-75D2-470E-BEAC-980E29256F9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351338" y="1592261"/>
            <a:ext cx="3482975" cy="3485866"/>
          </a:xfrm>
        </p:spPr>
        <p:txBody>
          <a:bodyPr/>
          <a:lstStyle>
            <a:lvl1pPr marL="0" indent="0">
              <a:buNone/>
              <a:defRPr i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Datumsplatzhalter 3">
            <a:extLst>
              <a:ext uri="{FF2B5EF4-FFF2-40B4-BE49-F238E27FC236}">
                <a16:creationId xmlns:a16="http://schemas.microsoft.com/office/drawing/2014/main" id="{26CFFD13-1B37-41A9-BE04-A2910FF338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0579" y="6611112"/>
            <a:ext cx="979694" cy="128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1A5A368B-AB7F-4772-B9DF-13414B947E36}" type="datetime3">
              <a:rPr lang="en-US" smtClean="0"/>
              <a:t>5 May 2026</a:t>
            </a:fld>
            <a:endParaRPr lang="en-US" dirty="0"/>
          </a:p>
        </p:txBody>
      </p:sp>
      <p:sp>
        <p:nvSpPr>
          <p:cNvPr id="23" name="Foliennummernplatzhalter 5">
            <a:extLst>
              <a:ext uri="{FF2B5EF4-FFF2-40B4-BE49-F238E27FC236}">
                <a16:creationId xmlns:a16="http://schemas.microsoft.com/office/drawing/2014/main" id="{8448B5CB-B336-414C-A94E-7523541696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611112"/>
            <a:ext cx="291782" cy="12801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20213A-032B-FE42-940A-86A4C9AC44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B2F07E81-ECF0-4E16-88FB-297045B7B9F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193088" y="1592261"/>
            <a:ext cx="3482975" cy="3485866"/>
          </a:xfrm>
        </p:spPr>
        <p:txBody>
          <a:bodyPr/>
          <a:lstStyle>
            <a:lvl1pPr marL="0" indent="0">
              <a:buNone/>
              <a:defRPr i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Content Placeholder 4">
            <a:extLst>
              <a:ext uri="{FF2B5EF4-FFF2-40B4-BE49-F238E27FC236}">
                <a16:creationId xmlns:a16="http://schemas.microsoft.com/office/drawing/2014/main" id="{6BD93726-3E24-4580-9BEB-0708247BF81F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4349751" y="5078127"/>
            <a:ext cx="3484562" cy="1122647"/>
          </a:xfrm>
        </p:spPr>
        <p:txBody>
          <a:bodyPr tIns="182880"/>
          <a:lstStyle>
            <a:lvl1pPr marL="0" indent="0">
              <a:buNone/>
              <a:defRPr sz="1400"/>
            </a:lvl1pPr>
            <a:lvl2pPr marL="297216" indent="0">
              <a:buNone/>
              <a:defRPr/>
            </a:lvl2pPr>
            <a:lvl3pPr marL="589824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4">
            <a:extLst>
              <a:ext uri="{FF2B5EF4-FFF2-40B4-BE49-F238E27FC236}">
                <a16:creationId xmlns:a16="http://schemas.microsoft.com/office/drawing/2014/main" id="{5FEE4DCA-1CE9-470E-8174-92DF0733542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15937" y="2210577"/>
            <a:ext cx="3484564" cy="3990198"/>
          </a:xfrm>
        </p:spPr>
        <p:txBody>
          <a:bodyPr t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6" name="Content Placeholder 4">
            <a:extLst>
              <a:ext uri="{FF2B5EF4-FFF2-40B4-BE49-F238E27FC236}">
                <a16:creationId xmlns:a16="http://schemas.microsoft.com/office/drawing/2014/main" id="{36DC3936-F27D-4557-85C1-4F9068DA0D2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15937" y="1592261"/>
            <a:ext cx="3484564" cy="61567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35000"/>
              <a:buFont typeface="Roboto Light" panose="02000000000000000000" pitchFamily="2" charset="0"/>
              <a:buNone/>
              <a:tabLst/>
              <a:defRPr/>
            </a:pPr>
            <a:r>
              <a:rPr lang="en-US" dirty="0"/>
              <a:t>Click to edit Master subtitle</a:t>
            </a:r>
            <a:br>
              <a:rPr lang="en-US" dirty="0"/>
            </a:br>
            <a:r>
              <a:rPr lang="en-US" dirty="0"/>
              <a:t>max. approx. 55 characters </a:t>
            </a:r>
          </a:p>
        </p:txBody>
      </p:sp>
      <p:sp>
        <p:nvSpPr>
          <p:cNvPr id="28" name="Content Placeholder 4">
            <a:extLst>
              <a:ext uri="{FF2B5EF4-FFF2-40B4-BE49-F238E27FC236}">
                <a16:creationId xmlns:a16="http://schemas.microsoft.com/office/drawing/2014/main" id="{6FA18B0C-A64B-4CBC-83A4-F3DCB136BA34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8191501" y="5078127"/>
            <a:ext cx="3484562" cy="1122647"/>
          </a:xfrm>
        </p:spPr>
        <p:txBody>
          <a:bodyPr tIns="182880"/>
          <a:lstStyle>
            <a:lvl1pPr marL="0" indent="0">
              <a:buNone/>
              <a:defRPr sz="1400"/>
            </a:lvl1pPr>
            <a:lvl2pPr marL="297216" indent="0">
              <a:buNone/>
              <a:defRPr/>
            </a:lvl2pPr>
            <a:lvl3pPr marL="589824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DADEC642-F5CA-470A-BAE5-5E02C8045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54850" y="6611112"/>
            <a:ext cx="3221720" cy="128016"/>
          </a:xfrm>
          <a:prstGeom prst="rect">
            <a:avLst/>
          </a:prstGeom>
        </p:spPr>
        <p:txBody>
          <a:bodyPr vert="horz" lIns="0" tIns="0" rIns="4572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Innovation with Integrity</a:t>
            </a:r>
          </a:p>
        </p:txBody>
      </p:sp>
    </p:spTree>
    <p:extLst>
      <p:ext uri="{BB962C8B-B14F-4D97-AF65-F5344CB8AC3E}">
        <p14:creationId xmlns:p14="http://schemas.microsoft.com/office/powerpoint/2010/main" val="22534364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3">
            <a:extLst>
              <a:ext uri="{FF2B5EF4-FFF2-40B4-BE49-F238E27FC236}">
                <a16:creationId xmlns:a16="http://schemas.microsoft.com/office/drawing/2014/main" id="{8F98064D-C32C-4F31-BAF5-1CBA61FAAF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9" y="296863"/>
            <a:ext cx="9420224" cy="13465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accent2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100 characters</a:t>
            </a:r>
          </a:p>
        </p:txBody>
      </p:sp>
      <p:sp>
        <p:nvSpPr>
          <p:cNvPr id="14" name="Titelplatzhalter 1">
            <a:extLst>
              <a:ext uri="{FF2B5EF4-FFF2-40B4-BE49-F238E27FC236}">
                <a16:creationId xmlns:a16="http://schemas.microsoft.com/office/drawing/2014/main" id="{B514A78F-6924-46AF-8451-9B19941C64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05635"/>
            <a:ext cx="9420225" cy="664797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/>
          <a:p>
            <a:pPr lvl="0"/>
            <a:r>
              <a:rPr lang="en-US" noProof="0" dirty="0"/>
              <a:t>Click to edit Master title with a maximum of </a:t>
            </a:r>
            <a:br>
              <a:rPr lang="en-US" noProof="0" dirty="0"/>
            </a:br>
            <a:r>
              <a:rPr lang="en-US" noProof="0" dirty="0"/>
              <a:t>approx. 120 characters in maximum two lines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C97CC203-263E-46E4-B789-B61174FD8DE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15939" y="1592635"/>
            <a:ext cx="5400674" cy="4608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867C890C-CB2B-4D56-A272-AFEA038C4BE2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275387" y="1592263"/>
            <a:ext cx="5400674" cy="4608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Datumsplatzhalter 3">
            <a:extLst>
              <a:ext uri="{FF2B5EF4-FFF2-40B4-BE49-F238E27FC236}">
                <a16:creationId xmlns:a16="http://schemas.microsoft.com/office/drawing/2014/main" id="{FFE68E16-69C3-42B3-BDA8-FCB13EC96B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0579" y="6611112"/>
            <a:ext cx="979694" cy="128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96773825-E54D-4ED6-8804-E5F9793D7C14}" type="datetime3">
              <a:rPr lang="en-US" smtClean="0"/>
              <a:t>5 May 2026</a:t>
            </a:fld>
            <a:endParaRPr lang="en-US" dirty="0"/>
          </a:p>
        </p:txBody>
      </p:sp>
      <p:sp>
        <p:nvSpPr>
          <p:cNvPr id="21" name="Foliennummernplatzhalter 5">
            <a:extLst>
              <a:ext uri="{FF2B5EF4-FFF2-40B4-BE49-F238E27FC236}">
                <a16:creationId xmlns:a16="http://schemas.microsoft.com/office/drawing/2014/main" id="{AFAC85DC-3FC5-4730-9E59-4BBF198631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611112"/>
            <a:ext cx="291782" cy="12801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20213A-032B-FE42-940A-86A4C9AC44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8DEDCB5-321E-42A0-B1F5-76B3D325F9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54850" y="6611112"/>
            <a:ext cx="3221720" cy="128016"/>
          </a:xfrm>
          <a:prstGeom prst="rect">
            <a:avLst/>
          </a:prstGeom>
        </p:spPr>
        <p:txBody>
          <a:bodyPr vert="horz" lIns="0" tIns="0" rIns="4572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Innovation with Integrity</a:t>
            </a:r>
          </a:p>
        </p:txBody>
      </p:sp>
    </p:spTree>
    <p:extLst>
      <p:ext uri="{BB962C8B-B14F-4D97-AF65-F5344CB8AC3E}">
        <p14:creationId xmlns:p14="http://schemas.microsoft.com/office/powerpoint/2010/main" val="12431219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s Sub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3">
            <a:extLst>
              <a:ext uri="{FF2B5EF4-FFF2-40B4-BE49-F238E27FC236}">
                <a16:creationId xmlns:a16="http://schemas.microsoft.com/office/drawing/2014/main" id="{8F98064D-C32C-4F31-BAF5-1CBA61FAAF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9" y="296863"/>
            <a:ext cx="9420224" cy="13465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accent2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100 characters</a:t>
            </a:r>
          </a:p>
        </p:txBody>
      </p:sp>
      <p:sp>
        <p:nvSpPr>
          <p:cNvPr id="14" name="Titelplatzhalter 1">
            <a:extLst>
              <a:ext uri="{FF2B5EF4-FFF2-40B4-BE49-F238E27FC236}">
                <a16:creationId xmlns:a16="http://schemas.microsoft.com/office/drawing/2014/main" id="{B514A78F-6924-46AF-8451-9B19941C64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05635"/>
            <a:ext cx="9420225" cy="664797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/>
          <a:p>
            <a:pPr lvl="0"/>
            <a:r>
              <a:rPr lang="en-US" noProof="0" dirty="0"/>
              <a:t>Click to edit Master title with a maximum of </a:t>
            </a:r>
            <a:br>
              <a:rPr lang="en-US" noProof="0" dirty="0"/>
            </a:br>
            <a:r>
              <a:rPr lang="en-US" noProof="0" dirty="0"/>
              <a:t>approx. 120 characters in maximum two lines</a:t>
            </a:r>
          </a:p>
        </p:txBody>
      </p:sp>
      <p:sp>
        <p:nvSpPr>
          <p:cNvPr id="22" name="Datumsplatzhalter 3">
            <a:extLst>
              <a:ext uri="{FF2B5EF4-FFF2-40B4-BE49-F238E27FC236}">
                <a16:creationId xmlns:a16="http://schemas.microsoft.com/office/drawing/2014/main" id="{214FF92A-CD10-4D53-A4D8-849C0FFB3C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0579" y="6611112"/>
            <a:ext cx="979694" cy="128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9CE27AC4-5E4C-433C-B0C8-33D15A253F31}" type="datetime3">
              <a:rPr lang="en-US" smtClean="0"/>
              <a:t>5 May 2026</a:t>
            </a:fld>
            <a:endParaRPr lang="en-US" dirty="0"/>
          </a:p>
        </p:txBody>
      </p:sp>
      <p:sp>
        <p:nvSpPr>
          <p:cNvPr id="23" name="Foliennummernplatzhalter 5">
            <a:extLst>
              <a:ext uri="{FF2B5EF4-FFF2-40B4-BE49-F238E27FC236}">
                <a16:creationId xmlns:a16="http://schemas.microsoft.com/office/drawing/2014/main" id="{C911D53B-8D1C-4C9F-8302-0088BAA90B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611112"/>
            <a:ext cx="291782" cy="12801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20213A-032B-FE42-940A-86A4C9AC44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7" name="Content Placeholder 4">
            <a:extLst>
              <a:ext uri="{FF2B5EF4-FFF2-40B4-BE49-F238E27FC236}">
                <a16:creationId xmlns:a16="http://schemas.microsoft.com/office/drawing/2014/main" id="{E7641CFF-1399-4824-8361-1A4BBC13BAF8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15937" y="2210577"/>
            <a:ext cx="5400676" cy="3990198"/>
          </a:xfrm>
        </p:spPr>
        <p:txBody>
          <a:bodyPr t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Content Placeholder 4">
            <a:extLst>
              <a:ext uri="{FF2B5EF4-FFF2-40B4-BE49-F238E27FC236}">
                <a16:creationId xmlns:a16="http://schemas.microsoft.com/office/drawing/2014/main" id="{5246392C-F663-4C85-8724-BD5D5BBC25C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15937" y="1592261"/>
            <a:ext cx="5400676" cy="61567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35000"/>
              <a:buFont typeface="Roboto Light" panose="02000000000000000000" pitchFamily="2" charset="0"/>
              <a:buNone/>
              <a:tabLst/>
              <a:defRPr/>
            </a:pPr>
            <a:r>
              <a:rPr lang="en-US" dirty="0"/>
              <a:t>Click to edit Master subtitle with a maximum </a:t>
            </a:r>
            <a:br>
              <a:rPr lang="en-US" dirty="0"/>
            </a:br>
            <a:r>
              <a:rPr lang="en-US" dirty="0"/>
              <a:t>of approx. 85 characters in maximum two lines</a:t>
            </a:r>
          </a:p>
        </p:txBody>
      </p:sp>
      <p:sp>
        <p:nvSpPr>
          <p:cNvPr id="29" name="Content Placeholder 4">
            <a:extLst>
              <a:ext uri="{FF2B5EF4-FFF2-40B4-BE49-F238E27FC236}">
                <a16:creationId xmlns:a16="http://schemas.microsoft.com/office/drawing/2014/main" id="{9387579F-A838-43E4-A418-77EF95CD6077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275386" y="2210577"/>
            <a:ext cx="5400676" cy="3990198"/>
          </a:xfrm>
        </p:spPr>
        <p:txBody>
          <a:bodyPr t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0" name="Content Placeholder 4">
            <a:extLst>
              <a:ext uri="{FF2B5EF4-FFF2-40B4-BE49-F238E27FC236}">
                <a16:creationId xmlns:a16="http://schemas.microsoft.com/office/drawing/2014/main" id="{626D4B07-0CED-4747-A69E-9C954836E78C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275386" y="1592261"/>
            <a:ext cx="5400676" cy="61567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35000"/>
              <a:buFont typeface="Roboto Light" panose="02000000000000000000" pitchFamily="2" charset="0"/>
              <a:buNone/>
              <a:tabLst/>
              <a:defRPr/>
            </a:pPr>
            <a:r>
              <a:rPr lang="en-US" dirty="0"/>
              <a:t>Click to edit Master subtitle with a maximum </a:t>
            </a:r>
            <a:br>
              <a:rPr lang="en-US" dirty="0"/>
            </a:br>
            <a:r>
              <a:rPr lang="en-US" dirty="0"/>
              <a:t>of approx. 85 characters in maximum two lines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136FA94-AE22-484D-ABFB-5A6835422F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54850" y="6611112"/>
            <a:ext cx="3221720" cy="128016"/>
          </a:xfrm>
          <a:prstGeom prst="rect">
            <a:avLst/>
          </a:prstGeom>
        </p:spPr>
        <p:txBody>
          <a:bodyPr vert="horz" lIns="0" tIns="0" rIns="4572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Innovation with Integrity</a:t>
            </a:r>
          </a:p>
        </p:txBody>
      </p:sp>
    </p:spTree>
    <p:extLst>
      <p:ext uri="{BB962C8B-B14F-4D97-AF65-F5344CB8AC3E}">
        <p14:creationId xmlns:p14="http://schemas.microsoft.com/office/powerpoint/2010/main" val="41091021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s with 4 Picture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3">
            <a:extLst>
              <a:ext uri="{FF2B5EF4-FFF2-40B4-BE49-F238E27FC236}">
                <a16:creationId xmlns:a16="http://schemas.microsoft.com/office/drawing/2014/main" id="{CD0720ED-B30A-489C-868F-1E3770C64D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9" y="296863"/>
            <a:ext cx="9420224" cy="13465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accent2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100 characters</a:t>
            </a:r>
          </a:p>
        </p:txBody>
      </p:sp>
      <p:sp>
        <p:nvSpPr>
          <p:cNvPr id="20" name="Titelplatzhalter 1">
            <a:extLst>
              <a:ext uri="{FF2B5EF4-FFF2-40B4-BE49-F238E27FC236}">
                <a16:creationId xmlns:a16="http://schemas.microsoft.com/office/drawing/2014/main" id="{3E75399A-3469-48C5-8D5D-7958975332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05635"/>
            <a:ext cx="9420225" cy="664797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/>
          <a:p>
            <a:pPr lvl="0"/>
            <a:r>
              <a:rPr lang="en-US" noProof="0" dirty="0"/>
              <a:t>Click to edit Master title with a maximum of </a:t>
            </a:r>
            <a:br>
              <a:rPr lang="en-US" noProof="0" dirty="0"/>
            </a:br>
            <a:r>
              <a:rPr lang="en-US" noProof="0" dirty="0"/>
              <a:t>approx. 120 characters in maximum two lines</a:t>
            </a:r>
          </a:p>
        </p:txBody>
      </p:sp>
      <p:sp>
        <p:nvSpPr>
          <p:cNvPr id="24" name="Content Placeholder 4">
            <a:extLst>
              <a:ext uri="{FF2B5EF4-FFF2-40B4-BE49-F238E27FC236}">
                <a16:creationId xmlns:a16="http://schemas.microsoft.com/office/drawing/2014/main" id="{4FD2095E-3337-4057-92A2-4038248C47C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15939" y="1592635"/>
            <a:ext cx="3484562" cy="4608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Content Placeholder 4">
            <a:extLst>
              <a:ext uri="{FF2B5EF4-FFF2-40B4-BE49-F238E27FC236}">
                <a16:creationId xmlns:a16="http://schemas.microsoft.com/office/drawing/2014/main" id="{780B78DF-AC7B-4E21-91DC-B666F3412B78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349751" y="1593176"/>
            <a:ext cx="3484562" cy="4608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E5C0D93-75D2-470E-BEAC-980E29256F9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91501" y="1592263"/>
            <a:ext cx="1655063" cy="1656437"/>
          </a:xfrm>
        </p:spPr>
        <p:txBody>
          <a:bodyPr/>
          <a:lstStyle>
            <a:lvl1pPr marL="0" indent="0">
              <a:buNone/>
              <a:defRPr i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54CF7607-A69A-42CC-8FB6-F3F389ECFCF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018127" y="1592262"/>
            <a:ext cx="1655063" cy="1656437"/>
          </a:xfrm>
        </p:spPr>
        <p:txBody>
          <a:bodyPr/>
          <a:lstStyle>
            <a:lvl1pPr marL="0" indent="0">
              <a:buNone/>
              <a:defRPr i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0C60D125-6C5F-45A5-AB23-80B7F0EBF5EC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191501" y="3429001"/>
            <a:ext cx="1655063" cy="1656437"/>
          </a:xfrm>
        </p:spPr>
        <p:txBody>
          <a:bodyPr/>
          <a:lstStyle>
            <a:lvl1pPr marL="0" indent="0">
              <a:buNone/>
              <a:defRPr i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61E7E8B5-1594-4B87-87B7-0790A528C81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018127" y="3429000"/>
            <a:ext cx="1655063" cy="1656437"/>
          </a:xfrm>
        </p:spPr>
        <p:txBody>
          <a:bodyPr/>
          <a:lstStyle>
            <a:lvl1pPr marL="0" indent="0">
              <a:buNone/>
              <a:defRPr i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Datumsplatzhalter 3">
            <a:extLst>
              <a:ext uri="{FF2B5EF4-FFF2-40B4-BE49-F238E27FC236}">
                <a16:creationId xmlns:a16="http://schemas.microsoft.com/office/drawing/2014/main" id="{26CFFD13-1B37-41A9-BE04-A2910FF338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0579" y="6611112"/>
            <a:ext cx="979694" cy="128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59360760-7A03-4FA5-8DF7-4B720834D139}" type="datetime3">
              <a:rPr lang="en-US" smtClean="0"/>
              <a:t>5 May 2026</a:t>
            </a:fld>
            <a:endParaRPr lang="en-US" dirty="0"/>
          </a:p>
        </p:txBody>
      </p:sp>
      <p:sp>
        <p:nvSpPr>
          <p:cNvPr id="23" name="Foliennummernplatzhalter 5">
            <a:extLst>
              <a:ext uri="{FF2B5EF4-FFF2-40B4-BE49-F238E27FC236}">
                <a16:creationId xmlns:a16="http://schemas.microsoft.com/office/drawing/2014/main" id="{8448B5CB-B336-414C-A94E-7523541696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611112"/>
            <a:ext cx="291782" cy="12801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20213A-032B-FE42-940A-86A4C9AC44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20AC897-6B56-451F-8F05-E9FDF6306D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54850" y="6611112"/>
            <a:ext cx="3221720" cy="128016"/>
          </a:xfrm>
          <a:prstGeom prst="rect">
            <a:avLst/>
          </a:prstGeom>
        </p:spPr>
        <p:txBody>
          <a:bodyPr vert="horz" lIns="0" tIns="0" rIns="4572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Innovation with Integrity</a:t>
            </a:r>
          </a:p>
        </p:txBody>
      </p:sp>
    </p:spTree>
    <p:extLst>
      <p:ext uri="{BB962C8B-B14F-4D97-AF65-F5344CB8AC3E}">
        <p14:creationId xmlns:p14="http://schemas.microsoft.com/office/powerpoint/2010/main" val="15736234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s Subtitle with 4 Picture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3">
            <a:extLst>
              <a:ext uri="{FF2B5EF4-FFF2-40B4-BE49-F238E27FC236}">
                <a16:creationId xmlns:a16="http://schemas.microsoft.com/office/drawing/2014/main" id="{CD0720ED-B30A-489C-868F-1E3770C64D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9" y="296863"/>
            <a:ext cx="9420224" cy="13465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accent2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100 characters</a:t>
            </a:r>
          </a:p>
        </p:txBody>
      </p:sp>
      <p:sp>
        <p:nvSpPr>
          <p:cNvPr id="20" name="Titelplatzhalter 1">
            <a:extLst>
              <a:ext uri="{FF2B5EF4-FFF2-40B4-BE49-F238E27FC236}">
                <a16:creationId xmlns:a16="http://schemas.microsoft.com/office/drawing/2014/main" id="{3E75399A-3469-48C5-8D5D-7958975332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05635"/>
            <a:ext cx="9420225" cy="664797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/>
          <a:p>
            <a:pPr lvl="0"/>
            <a:r>
              <a:rPr lang="en-US" noProof="0" dirty="0"/>
              <a:t>Click to edit Master title with a maximum of </a:t>
            </a:r>
            <a:br>
              <a:rPr lang="en-US" noProof="0" dirty="0"/>
            </a:br>
            <a:r>
              <a:rPr lang="en-US" noProof="0" dirty="0"/>
              <a:t>approx. 120 characters in maximum two lines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E5C0D93-75D2-470E-BEAC-980E29256F9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91501" y="1592263"/>
            <a:ext cx="1655063" cy="1656437"/>
          </a:xfrm>
        </p:spPr>
        <p:txBody>
          <a:bodyPr/>
          <a:lstStyle>
            <a:lvl1pPr marL="0" indent="0">
              <a:buNone/>
              <a:defRPr i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54CF7607-A69A-42CC-8FB6-F3F389ECFCF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018127" y="1592262"/>
            <a:ext cx="1655063" cy="1656437"/>
          </a:xfrm>
        </p:spPr>
        <p:txBody>
          <a:bodyPr/>
          <a:lstStyle>
            <a:lvl1pPr marL="0" indent="0">
              <a:buNone/>
              <a:defRPr i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0C60D125-6C5F-45A5-AB23-80B7F0EBF5EC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191501" y="3429001"/>
            <a:ext cx="1655063" cy="1656437"/>
          </a:xfrm>
        </p:spPr>
        <p:txBody>
          <a:bodyPr/>
          <a:lstStyle>
            <a:lvl1pPr marL="0" indent="0">
              <a:buNone/>
              <a:defRPr i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61E7E8B5-1594-4B87-87B7-0790A528C81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018127" y="3429000"/>
            <a:ext cx="1655063" cy="1656437"/>
          </a:xfrm>
        </p:spPr>
        <p:txBody>
          <a:bodyPr/>
          <a:lstStyle>
            <a:lvl1pPr marL="0" indent="0">
              <a:buNone/>
              <a:defRPr i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Datumsplatzhalter 3">
            <a:extLst>
              <a:ext uri="{FF2B5EF4-FFF2-40B4-BE49-F238E27FC236}">
                <a16:creationId xmlns:a16="http://schemas.microsoft.com/office/drawing/2014/main" id="{00795C72-6037-4414-A9AA-8EABFD5EE9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0579" y="6611112"/>
            <a:ext cx="979694" cy="128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FFE9A4C-3E60-4AA5-B90E-3F618902ADCA}" type="datetime3">
              <a:rPr lang="en-US" smtClean="0"/>
              <a:t>5 May 2026</a:t>
            </a:fld>
            <a:endParaRPr lang="en-US" dirty="0"/>
          </a:p>
        </p:txBody>
      </p:sp>
      <p:sp>
        <p:nvSpPr>
          <p:cNvPr id="33" name="Foliennummernplatzhalter 5">
            <a:extLst>
              <a:ext uri="{FF2B5EF4-FFF2-40B4-BE49-F238E27FC236}">
                <a16:creationId xmlns:a16="http://schemas.microsoft.com/office/drawing/2014/main" id="{26C1FEE9-7E78-4B32-8D5C-41F614B327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611112"/>
            <a:ext cx="291782" cy="12801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20213A-032B-FE42-940A-86A4C9AC44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0" name="Content Placeholder 4">
            <a:extLst>
              <a:ext uri="{FF2B5EF4-FFF2-40B4-BE49-F238E27FC236}">
                <a16:creationId xmlns:a16="http://schemas.microsoft.com/office/drawing/2014/main" id="{F7EA93E6-187B-46EE-9CF1-36A08A2BFB0E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15937" y="2210577"/>
            <a:ext cx="3484564" cy="3990198"/>
          </a:xfrm>
        </p:spPr>
        <p:txBody>
          <a:bodyPr t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Content Placeholder 4">
            <a:extLst>
              <a:ext uri="{FF2B5EF4-FFF2-40B4-BE49-F238E27FC236}">
                <a16:creationId xmlns:a16="http://schemas.microsoft.com/office/drawing/2014/main" id="{E2DF69DD-51F9-415A-929E-790824554E85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15937" y="1592261"/>
            <a:ext cx="3484564" cy="61567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35000"/>
              <a:buFont typeface="Roboto Light" panose="02000000000000000000" pitchFamily="2" charset="0"/>
              <a:buNone/>
              <a:tabLst/>
              <a:defRPr/>
            </a:pPr>
            <a:r>
              <a:rPr lang="en-US" dirty="0"/>
              <a:t>Click to edit Master subtitle</a:t>
            </a:r>
            <a:br>
              <a:rPr lang="en-US" dirty="0"/>
            </a:br>
            <a:r>
              <a:rPr lang="en-US" dirty="0"/>
              <a:t>max. approx. 55 characters </a:t>
            </a:r>
          </a:p>
        </p:txBody>
      </p:sp>
      <p:sp>
        <p:nvSpPr>
          <p:cNvPr id="43" name="Content Placeholder 4">
            <a:extLst>
              <a:ext uri="{FF2B5EF4-FFF2-40B4-BE49-F238E27FC236}">
                <a16:creationId xmlns:a16="http://schemas.microsoft.com/office/drawing/2014/main" id="{0C06816A-2C2A-4EE3-B111-9F24E0DBF189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353718" y="2210577"/>
            <a:ext cx="3484564" cy="3990198"/>
          </a:xfrm>
        </p:spPr>
        <p:txBody>
          <a:bodyPr t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4" name="Content Placeholder 4">
            <a:extLst>
              <a:ext uri="{FF2B5EF4-FFF2-40B4-BE49-F238E27FC236}">
                <a16:creationId xmlns:a16="http://schemas.microsoft.com/office/drawing/2014/main" id="{4EC038A3-ABF3-4A85-898C-78E58B7C8FA0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4353718" y="1592261"/>
            <a:ext cx="3484564" cy="61567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35000"/>
              <a:buFont typeface="Roboto Light" panose="02000000000000000000" pitchFamily="2" charset="0"/>
              <a:buNone/>
              <a:tabLst/>
              <a:defRPr/>
            </a:pPr>
            <a:r>
              <a:rPr lang="en-US" dirty="0"/>
              <a:t>Click to edit Master subtitle</a:t>
            </a:r>
            <a:br>
              <a:rPr lang="en-US" dirty="0"/>
            </a:br>
            <a:r>
              <a:rPr lang="en-US" dirty="0"/>
              <a:t>max. approx. 55 characters 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607C41A8-3A60-4C52-8B05-6364675F82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54850" y="6611112"/>
            <a:ext cx="3221720" cy="128016"/>
          </a:xfrm>
          <a:prstGeom prst="rect">
            <a:avLst/>
          </a:prstGeom>
        </p:spPr>
        <p:txBody>
          <a:bodyPr vert="horz" lIns="0" tIns="0" rIns="4572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Innovation with Integrity</a:t>
            </a:r>
          </a:p>
        </p:txBody>
      </p:sp>
    </p:spTree>
    <p:extLst>
      <p:ext uri="{BB962C8B-B14F-4D97-AF65-F5344CB8AC3E}">
        <p14:creationId xmlns:p14="http://schemas.microsoft.com/office/powerpoint/2010/main" val="21239980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D105A2D9-E0AC-42BF-93B5-6687691703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9" y="296863"/>
            <a:ext cx="9420224" cy="13465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accent2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100 characters</a:t>
            </a:r>
          </a:p>
        </p:txBody>
      </p:sp>
      <p:sp>
        <p:nvSpPr>
          <p:cNvPr id="15" name="Titelplatzhalter 1">
            <a:extLst>
              <a:ext uri="{FF2B5EF4-FFF2-40B4-BE49-F238E27FC236}">
                <a16:creationId xmlns:a16="http://schemas.microsoft.com/office/drawing/2014/main" id="{5981B8C9-BF31-443D-9E06-96DBDC343E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05635"/>
            <a:ext cx="9420225" cy="664797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/>
          <a:p>
            <a:pPr lvl="0"/>
            <a:r>
              <a:rPr lang="en-US" noProof="0" dirty="0"/>
              <a:t>Click to edit Master title with a maximum of </a:t>
            </a:r>
            <a:br>
              <a:rPr lang="en-US" noProof="0" dirty="0"/>
            </a:br>
            <a:r>
              <a:rPr lang="en-US" noProof="0" dirty="0"/>
              <a:t>approx. 120 characters in maximum two lines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26BFA9D4-2BD0-46B0-8E5E-DF00963BB663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15939" y="1592635"/>
            <a:ext cx="3484562" cy="4608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AC67EFC9-BEC1-4E7B-8D22-F1F48A908A84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349751" y="1593176"/>
            <a:ext cx="3484562" cy="4608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E63A0A42-E5F2-459E-85C1-B52C0FC24F3A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8191501" y="1592263"/>
            <a:ext cx="3484562" cy="4608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Datumsplatzhalter 3">
            <a:extLst>
              <a:ext uri="{FF2B5EF4-FFF2-40B4-BE49-F238E27FC236}">
                <a16:creationId xmlns:a16="http://schemas.microsoft.com/office/drawing/2014/main" id="{3CEDD52D-C433-46B5-9F79-BE189CAB58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0579" y="6611112"/>
            <a:ext cx="979694" cy="128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319F147-5F68-458D-A57D-E447BC95A235}" type="datetime3">
              <a:rPr lang="en-US" smtClean="0"/>
              <a:t>5 May 2026</a:t>
            </a:fld>
            <a:endParaRPr lang="en-US" dirty="0"/>
          </a:p>
        </p:txBody>
      </p:sp>
      <p:sp>
        <p:nvSpPr>
          <p:cNvPr id="28" name="Foliennummernplatzhalter 5">
            <a:extLst>
              <a:ext uri="{FF2B5EF4-FFF2-40B4-BE49-F238E27FC236}">
                <a16:creationId xmlns:a16="http://schemas.microsoft.com/office/drawing/2014/main" id="{E838735C-6296-4394-A5E9-274AE0A5B7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611112"/>
            <a:ext cx="291782" cy="12801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20213A-032B-FE42-940A-86A4C9AC44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6F6000BF-0480-4CDD-92DA-838A37251E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54850" y="6611112"/>
            <a:ext cx="3221720" cy="128016"/>
          </a:xfrm>
          <a:prstGeom prst="rect">
            <a:avLst/>
          </a:prstGeom>
        </p:spPr>
        <p:txBody>
          <a:bodyPr vert="horz" lIns="0" tIns="0" rIns="4572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Innovation with Integrity</a:t>
            </a:r>
          </a:p>
        </p:txBody>
      </p:sp>
    </p:spTree>
    <p:extLst>
      <p:ext uri="{BB962C8B-B14F-4D97-AF65-F5344CB8AC3E}">
        <p14:creationId xmlns:p14="http://schemas.microsoft.com/office/powerpoint/2010/main" val="381209493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s Sub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D105A2D9-E0AC-42BF-93B5-6687691703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9" y="296863"/>
            <a:ext cx="9420224" cy="13465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accent2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100 characters</a:t>
            </a:r>
          </a:p>
        </p:txBody>
      </p:sp>
      <p:sp>
        <p:nvSpPr>
          <p:cNvPr id="15" name="Titelplatzhalter 1">
            <a:extLst>
              <a:ext uri="{FF2B5EF4-FFF2-40B4-BE49-F238E27FC236}">
                <a16:creationId xmlns:a16="http://schemas.microsoft.com/office/drawing/2014/main" id="{5981B8C9-BF31-443D-9E06-96DBDC343E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05635"/>
            <a:ext cx="9420225" cy="664797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/>
          <a:p>
            <a:pPr lvl="0"/>
            <a:r>
              <a:rPr lang="en-US" noProof="0" dirty="0"/>
              <a:t>Click to edit Master title with a maximum of </a:t>
            </a:r>
            <a:br>
              <a:rPr lang="en-US" noProof="0" dirty="0"/>
            </a:br>
            <a:r>
              <a:rPr lang="en-US" noProof="0" dirty="0"/>
              <a:t>approx. 120 characters in maximum two lines</a:t>
            </a:r>
          </a:p>
        </p:txBody>
      </p:sp>
      <p:sp>
        <p:nvSpPr>
          <p:cNvPr id="28" name="Datumsplatzhalter 3">
            <a:extLst>
              <a:ext uri="{FF2B5EF4-FFF2-40B4-BE49-F238E27FC236}">
                <a16:creationId xmlns:a16="http://schemas.microsoft.com/office/drawing/2014/main" id="{022BA883-F7ED-4E70-BE2A-1C8E19873C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0579" y="6611112"/>
            <a:ext cx="979694" cy="128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F55B0A4D-5F05-4880-9A3E-B3806CFDE20E}" type="datetime3">
              <a:rPr lang="en-US" smtClean="0"/>
              <a:t>5 May 2026</a:t>
            </a:fld>
            <a:endParaRPr lang="en-US" dirty="0"/>
          </a:p>
        </p:txBody>
      </p:sp>
      <p:sp>
        <p:nvSpPr>
          <p:cNvPr id="29" name="Foliennummernplatzhalter 5">
            <a:extLst>
              <a:ext uri="{FF2B5EF4-FFF2-40B4-BE49-F238E27FC236}">
                <a16:creationId xmlns:a16="http://schemas.microsoft.com/office/drawing/2014/main" id="{B9DAF27E-EAEB-4344-87CA-A26845AD2B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611112"/>
            <a:ext cx="291782" cy="12801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20213A-032B-FE42-940A-86A4C9AC44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3" name="Content Placeholder 4">
            <a:extLst>
              <a:ext uri="{FF2B5EF4-FFF2-40B4-BE49-F238E27FC236}">
                <a16:creationId xmlns:a16="http://schemas.microsoft.com/office/drawing/2014/main" id="{0A531E8D-AAAA-44F1-AB22-0280D2B594E8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15937" y="2210577"/>
            <a:ext cx="3484564" cy="3990198"/>
          </a:xfrm>
        </p:spPr>
        <p:txBody>
          <a:bodyPr t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Content Placeholder 4">
            <a:extLst>
              <a:ext uri="{FF2B5EF4-FFF2-40B4-BE49-F238E27FC236}">
                <a16:creationId xmlns:a16="http://schemas.microsoft.com/office/drawing/2014/main" id="{CF03CB5C-0957-4957-BCE5-D0AD281875FB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15937" y="1592261"/>
            <a:ext cx="3484564" cy="61567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35000"/>
              <a:buFont typeface="Roboto Light" panose="02000000000000000000" pitchFamily="2" charset="0"/>
              <a:buNone/>
              <a:tabLst/>
              <a:defRPr/>
            </a:pPr>
            <a:r>
              <a:rPr lang="en-US" dirty="0"/>
              <a:t>Click to edit Master subtitle</a:t>
            </a:r>
            <a:br>
              <a:rPr lang="en-US" dirty="0"/>
            </a:br>
            <a:r>
              <a:rPr lang="en-US" dirty="0"/>
              <a:t>max. approx. 55 characters </a:t>
            </a:r>
          </a:p>
        </p:txBody>
      </p:sp>
      <p:sp>
        <p:nvSpPr>
          <p:cNvPr id="35" name="Content Placeholder 4">
            <a:extLst>
              <a:ext uri="{FF2B5EF4-FFF2-40B4-BE49-F238E27FC236}">
                <a16:creationId xmlns:a16="http://schemas.microsoft.com/office/drawing/2014/main" id="{DC2A7C17-1B17-494D-9D81-4ECC23E2BD62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353718" y="2210577"/>
            <a:ext cx="3484564" cy="3990198"/>
          </a:xfrm>
        </p:spPr>
        <p:txBody>
          <a:bodyPr t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6" name="Content Placeholder 4">
            <a:extLst>
              <a:ext uri="{FF2B5EF4-FFF2-40B4-BE49-F238E27FC236}">
                <a16:creationId xmlns:a16="http://schemas.microsoft.com/office/drawing/2014/main" id="{8D182E3F-FE99-4975-90C5-CE952B2B4FF5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4353718" y="1592261"/>
            <a:ext cx="3484564" cy="61567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35000"/>
              <a:buFont typeface="Roboto Light" panose="02000000000000000000" pitchFamily="2" charset="0"/>
              <a:buNone/>
              <a:tabLst/>
              <a:defRPr/>
            </a:pPr>
            <a:r>
              <a:rPr lang="en-US" dirty="0"/>
              <a:t>Click to edit Master subtitle</a:t>
            </a:r>
            <a:br>
              <a:rPr lang="en-US" dirty="0"/>
            </a:br>
            <a:r>
              <a:rPr lang="en-US" dirty="0"/>
              <a:t>max. approx. 55 characters </a:t>
            </a:r>
          </a:p>
        </p:txBody>
      </p:sp>
      <p:sp>
        <p:nvSpPr>
          <p:cNvPr id="37" name="Content Placeholder 4">
            <a:extLst>
              <a:ext uri="{FF2B5EF4-FFF2-40B4-BE49-F238E27FC236}">
                <a16:creationId xmlns:a16="http://schemas.microsoft.com/office/drawing/2014/main" id="{2AD84AD3-82F4-47D2-9534-A4B9D61C3C67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91498" y="2210577"/>
            <a:ext cx="3484564" cy="3990198"/>
          </a:xfrm>
        </p:spPr>
        <p:txBody>
          <a:bodyPr t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Content Placeholder 4">
            <a:extLst>
              <a:ext uri="{FF2B5EF4-FFF2-40B4-BE49-F238E27FC236}">
                <a16:creationId xmlns:a16="http://schemas.microsoft.com/office/drawing/2014/main" id="{26F3DC3C-8FE9-4862-B9C1-8C59ABF11B8D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8191498" y="1592261"/>
            <a:ext cx="3484564" cy="61567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35000"/>
              <a:buFont typeface="Roboto Light" panose="02000000000000000000" pitchFamily="2" charset="0"/>
              <a:buNone/>
              <a:tabLst/>
              <a:defRPr/>
            </a:pPr>
            <a:r>
              <a:rPr lang="en-US" dirty="0"/>
              <a:t>Click to edit Master subtitle</a:t>
            </a:r>
            <a:br>
              <a:rPr lang="en-US" dirty="0"/>
            </a:br>
            <a:r>
              <a:rPr lang="en-US" dirty="0"/>
              <a:t>max. approx. 55 characters 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CB269D2B-8970-4036-A19D-057A1E442E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54850" y="6611112"/>
            <a:ext cx="3221720" cy="128016"/>
          </a:xfrm>
          <a:prstGeom prst="rect">
            <a:avLst/>
          </a:prstGeom>
        </p:spPr>
        <p:txBody>
          <a:bodyPr vert="horz" lIns="0" tIns="0" rIns="4572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Innovation with Integrity</a:t>
            </a:r>
          </a:p>
        </p:txBody>
      </p:sp>
    </p:spTree>
    <p:extLst>
      <p:ext uri="{BB962C8B-B14F-4D97-AF65-F5344CB8AC3E}">
        <p14:creationId xmlns:p14="http://schemas.microsoft.com/office/powerpoint/2010/main" val="238915671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no Tex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platzhalter 3">
            <a:extLst>
              <a:ext uri="{FF2B5EF4-FFF2-40B4-BE49-F238E27FC236}">
                <a16:creationId xmlns:a16="http://schemas.microsoft.com/office/drawing/2014/main" id="{B4FD5F9F-E446-4BF5-A57D-6634A5E8E1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9" y="296863"/>
            <a:ext cx="9420224" cy="13465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accent2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100 characters</a:t>
            </a:r>
          </a:p>
        </p:txBody>
      </p:sp>
      <p:sp>
        <p:nvSpPr>
          <p:cNvPr id="12" name="Titelplatzhalter 1">
            <a:extLst>
              <a:ext uri="{FF2B5EF4-FFF2-40B4-BE49-F238E27FC236}">
                <a16:creationId xmlns:a16="http://schemas.microsoft.com/office/drawing/2014/main" id="{B024D9C6-40E1-456A-B101-0BF21E6F2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05635"/>
            <a:ext cx="9420225" cy="664797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/>
          <a:p>
            <a:pPr lvl="0"/>
            <a:r>
              <a:rPr lang="en-US" noProof="0" dirty="0"/>
              <a:t>Click to edit Master title with a maximum of </a:t>
            </a:r>
            <a:br>
              <a:rPr lang="en-US" noProof="0" dirty="0"/>
            </a:br>
            <a:r>
              <a:rPr lang="en-US" noProof="0" dirty="0"/>
              <a:t>approx. 120 characters in maximum two lines</a:t>
            </a:r>
          </a:p>
        </p:txBody>
      </p:sp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4D561DC7-9D7E-42B5-AABC-F2E4DE6D00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0579" y="6611112"/>
            <a:ext cx="979694" cy="128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EFB6EED9-7895-42BE-86C9-DA152AC93E7E}" type="datetime3">
              <a:rPr lang="en-US" smtClean="0"/>
              <a:t>5 May 2026</a:t>
            </a:fld>
            <a:endParaRPr lang="en-US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8D179A22-84DE-48B9-A6F3-2FD253802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611112"/>
            <a:ext cx="291782" cy="12801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20213A-032B-FE42-940A-86A4C9AC44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E2F338-2731-4A15-A90F-842E7FD82CCE}"/>
              </a:ext>
            </a:extLst>
          </p:cNvPr>
          <p:cNvSpPr/>
          <p:nvPr userDrawn="1"/>
        </p:nvSpPr>
        <p:spPr>
          <a:xfrm>
            <a:off x="12308461" y="1304925"/>
            <a:ext cx="1769323" cy="20944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noProof="0" dirty="0"/>
              <a:t>To add an image </a:t>
            </a:r>
            <a:br>
              <a:rPr lang="en-US" sz="1200" noProof="0" dirty="0"/>
            </a:br>
            <a:r>
              <a:rPr lang="en-US" sz="1200" noProof="0" dirty="0"/>
              <a:t>to the background, </a:t>
            </a:r>
            <a:br>
              <a:rPr lang="en-US" sz="1200" noProof="0" dirty="0"/>
            </a:br>
            <a:r>
              <a:rPr lang="en-US" sz="1200" noProof="0" dirty="0"/>
              <a:t>follow these steps: </a:t>
            </a:r>
          </a:p>
          <a:p>
            <a:pPr marL="137160" indent="-137160" algn="l">
              <a:lnSpc>
                <a:spcPct val="120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200" noProof="0" dirty="0"/>
              <a:t>Right click -&gt; </a:t>
            </a:r>
            <a:br>
              <a:rPr lang="en-US" sz="1200" noProof="0" dirty="0"/>
            </a:br>
            <a:r>
              <a:rPr lang="en-US" sz="1200" b="1" noProof="0" dirty="0">
                <a:latin typeface="+mj-lt"/>
              </a:rPr>
              <a:t>Format Background</a:t>
            </a:r>
          </a:p>
          <a:p>
            <a:pPr marL="137160" indent="-137160" algn="l">
              <a:lnSpc>
                <a:spcPct val="120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200" b="1" noProof="0" dirty="0">
                <a:latin typeface="+mj-lt"/>
              </a:rPr>
              <a:t>Picture or texture fill</a:t>
            </a:r>
          </a:p>
          <a:p>
            <a:pPr marL="137160" indent="-137160" algn="l">
              <a:lnSpc>
                <a:spcPct val="120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200" b="1" noProof="0" dirty="0">
                <a:latin typeface="+mj-lt"/>
              </a:rPr>
              <a:t>Picture source</a:t>
            </a:r>
            <a:r>
              <a:rPr lang="en-US" sz="1200" noProof="0" dirty="0"/>
              <a:t> -&gt; </a:t>
            </a:r>
            <a:br>
              <a:rPr lang="en-US" sz="1200" noProof="0" dirty="0"/>
            </a:br>
            <a:r>
              <a:rPr lang="en-US" sz="1200" b="1" noProof="0" dirty="0">
                <a:latin typeface="+mj-lt"/>
              </a:rPr>
              <a:t>Insert…</a:t>
            </a:r>
            <a:endParaRPr lang="en-US" sz="1200" noProof="0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737F541-79EA-4A0B-8948-D3B86F09A2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54850" y="6611112"/>
            <a:ext cx="3221720" cy="128016"/>
          </a:xfrm>
          <a:prstGeom prst="rect">
            <a:avLst/>
          </a:prstGeom>
        </p:spPr>
        <p:txBody>
          <a:bodyPr vert="horz" lIns="0" tIns="0" rIns="4572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Innovation with Integrity</a:t>
            </a:r>
          </a:p>
        </p:txBody>
      </p:sp>
    </p:spTree>
    <p:extLst>
      <p:ext uri="{BB962C8B-B14F-4D97-AF65-F5344CB8AC3E}">
        <p14:creationId xmlns:p14="http://schemas.microsoft.com/office/powerpoint/2010/main" val="16951153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no Text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platzhalter 3">
            <a:extLst>
              <a:ext uri="{FF2B5EF4-FFF2-40B4-BE49-F238E27FC236}">
                <a16:creationId xmlns:a16="http://schemas.microsoft.com/office/drawing/2014/main" id="{B4FD5F9F-E446-4BF5-A57D-6634A5E8E1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9" y="296863"/>
            <a:ext cx="9420224" cy="13465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bg1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100 characters</a:t>
            </a:r>
          </a:p>
        </p:txBody>
      </p:sp>
      <p:sp>
        <p:nvSpPr>
          <p:cNvPr id="12" name="Titelplatzhalter 1">
            <a:extLst>
              <a:ext uri="{FF2B5EF4-FFF2-40B4-BE49-F238E27FC236}">
                <a16:creationId xmlns:a16="http://schemas.microsoft.com/office/drawing/2014/main" id="{B024D9C6-40E1-456A-B101-0BF21E6F2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05635"/>
            <a:ext cx="9420225" cy="664797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to edit Master title with a maximum of </a:t>
            </a:r>
            <a:br>
              <a:rPr lang="en-US" noProof="0" dirty="0"/>
            </a:br>
            <a:r>
              <a:rPr lang="en-US" noProof="0" dirty="0"/>
              <a:t>approx. 120 characters in maximum two lines</a:t>
            </a:r>
          </a:p>
        </p:txBody>
      </p:sp>
      <p:sp>
        <p:nvSpPr>
          <p:cNvPr id="13" name="Textfeld 28">
            <a:extLst>
              <a:ext uri="{FF2B5EF4-FFF2-40B4-BE49-F238E27FC236}">
                <a16:creationId xmlns:a16="http://schemas.microsoft.com/office/drawing/2014/main" id="{660279B7-ECF1-45D6-8134-5A75A64E79BB}"/>
              </a:ext>
            </a:extLst>
          </p:cNvPr>
          <p:cNvSpPr txBox="1"/>
          <p:nvPr userDrawn="1"/>
        </p:nvSpPr>
        <p:spPr>
          <a:xfrm>
            <a:off x="515939" y="6611938"/>
            <a:ext cx="3484562" cy="1280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+mj-lt"/>
                <a:ea typeface="Roboto" panose="02000000000000000000" pitchFamily="2" charset="0"/>
              </a:rPr>
              <a:t>© 2026 Bruker</a:t>
            </a:r>
          </a:p>
        </p:txBody>
      </p:sp>
      <p:cxnSp>
        <p:nvCxnSpPr>
          <p:cNvPr id="15" name="Gerade Verbindung 6">
            <a:extLst>
              <a:ext uri="{FF2B5EF4-FFF2-40B4-BE49-F238E27FC236}">
                <a16:creationId xmlns:a16="http://schemas.microsoft.com/office/drawing/2014/main" id="{DA453981-87FB-421E-9703-AE01D8F2DD69}"/>
              </a:ext>
            </a:extLst>
          </p:cNvPr>
          <p:cNvCxnSpPr>
            <a:cxnSpLocks/>
          </p:cNvCxnSpPr>
          <p:nvPr userDrawn="1"/>
        </p:nvCxnSpPr>
        <p:spPr>
          <a:xfrm flipH="1">
            <a:off x="515938" y="1304925"/>
            <a:ext cx="72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atumsplatzhalter 3">
            <a:extLst>
              <a:ext uri="{FF2B5EF4-FFF2-40B4-BE49-F238E27FC236}">
                <a16:creationId xmlns:a16="http://schemas.microsoft.com/office/drawing/2014/main" id="{EF300AF9-2D5B-443D-ADC2-B36E25FEA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0579" y="6611112"/>
            <a:ext cx="979694" cy="128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800">
                <a:solidFill>
                  <a:schemeClr val="bg1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30EC41DD-7013-4DF4-BD40-73EE1A6F8BBD}" type="datetime3">
              <a:rPr lang="en-US" smtClean="0"/>
              <a:t>5 May 2026</a:t>
            </a:fld>
            <a:endParaRPr lang="en-US" dirty="0"/>
          </a:p>
        </p:txBody>
      </p:sp>
      <p:sp>
        <p:nvSpPr>
          <p:cNvPr id="18" name="Foliennummernplatzhalter 5">
            <a:extLst>
              <a:ext uri="{FF2B5EF4-FFF2-40B4-BE49-F238E27FC236}">
                <a16:creationId xmlns:a16="http://schemas.microsoft.com/office/drawing/2014/main" id="{60F0E331-1AA0-4313-B25D-2D7207DDD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611112"/>
            <a:ext cx="291782" cy="12801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bg1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20213A-032B-FE42-940A-86A4C9AC44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44D1384A-3EAD-46C2-9750-B933EF2176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1338" y="6611112"/>
            <a:ext cx="5925232" cy="128016"/>
          </a:xfrm>
          <a:prstGeom prst="rect">
            <a:avLst/>
          </a:prstGeom>
        </p:spPr>
        <p:txBody>
          <a:bodyPr vert="horz" lIns="0" tIns="0" rIns="45720" bIns="0" rtlCol="0" anchor="t"/>
          <a:lstStyle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Innovation with Integrity</a:t>
            </a:r>
            <a:endParaRPr lang="en-US" dirty="0"/>
          </a:p>
        </p:txBody>
      </p:sp>
      <p:sp>
        <p:nvSpPr>
          <p:cNvPr id="20" name="Datumsplatzhalter 3">
            <a:extLst>
              <a:ext uri="{FF2B5EF4-FFF2-40B4-BE49-F238E27FC236}">
                <a16:creationId xmlns:a16="http://schemas.microsoft.com/office/drawing/2014/main" id="{00205ED7-F0FC-466F-885F-0AB65F75AD7A}"/>
              </a:ext>
            </a:extLst>
          </p:cNvPr>
          <p:cNvSpPr txBox="1">
            <a:spLocks/>
          </p:cNvSpPr>
          <p:nvPr userDrawn="1"/>
        </p:nvSpPr>
        <p:spPr>
          <a:xfrm>
            <a:off x="11320272" y="6608530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solidFill>
                  <a:schemeClr val="bg1"/>
                </a:solidFill>
                <a:latin typeface="+mj-lt"/>
              </a:rPr>
              <a:t>|</a:t>
            </a:r>
          </a:p>
        </p:txBody>
      </p:sp>
      <p:sp>
        <p:nvSpPr>
          <p:cNvPr id="21" name="Datumsplatzhalter 3">
            <a:extLst>
              <a:ext uri="{FF2B5EF4-FFF2-40B4-BE49-F238E27FC236}">
                <a16:creationId xmlns:a16="http://schemas.microsoft.com/office/drawing/2014/main" id="{538E62FB-AA5B-4FC3-A9A1-6E6347DA23FF}"/>
              </a:ext>
            </a:extLst>
          </p:cNvPr>
          <p:cNvSpPr txBox="1">
            <a:spLocks/>
          </p:cNvSpPr>
          <p:nvPr userDrawn="1"/>
        </p:nvSpPr>
        <p:spPr>
          <a:xfrm>
            <a:off x="10276570" y="6611112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solidFill>
                  <a:schemeClr val="bg1"/>
                </a:solidFill>
                <a:latin typeface="+mj-lt"/>
              </a:rPr>
              <a:t>|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FCD5747-3BE2-46D0-A9D8-4BC5244C4B86}"/>
              </a:ext>
            </a:extLst>
          </p:cNvPr>
          <p:cNvSpPr/>
          <p:nvPr userDrawn="1"/>
        </p:nvSpPr>
        <p:spPr>
          <a:xfrm>
            <a:off x="12308461" y="1304925"/>
            <a:ext cx="1769323" cy="2810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noProof="0" dirty="0"/>
              <a:t>This slide is only to </a:t>
            </a:r>
            <a:br>
              <a:rPr lang="en-US" sz="1200" noProof="0" dirty="0"/>
            </a:br>
            <a:r>
              <a:rPr lang="en-US" sz="1200" noProof="0" dirty="0"/>
              <a:t>be used for imagery.</a:t>
            </a:r>
            <a:br>
              <a:rPr lang="en-US" sz="1200" noProof="0" dirty="0"/>
            </a:br>
            <a:r>
              <a:rPr lang="en-US" sz="1200" noProof="0" dirty="0"/>
              <a:t> 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noProof="0" dirty="0"/>
              <a:t>To add an image </a:t>
            </a:r>
            <a:br>
              <a:rPr lang="en-US" sz="1200" noProof="0" dirty="0"/>
            </a:br>
            <a:r>
              <a:rPr lang="en-US" sz="1200" noProof="0" dirty="0"/>
              <a:t>to the background, </a:t>
            </a:r>
            <a:br>
              <a:rPr lang="en-US" sz="1200" noProof="0" dirty="0"/>
            </a:br>
            <a:r>
              <a:rPr lang="en-US" sz="1200" noProof="0" dirty="0"/>
              <a:t>follow these steps: </a:t>
            </a:r>
          </a:p>
          <a:p>
            <a:pPr marL="137160" indent="-137160" algn="l">
              <a:lnSpc>
                <a:spcPct val="120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200" noProof="0" dirty="0"/>
              <a:t>Right click -&gt; </a:t>
            </a:r>
            <a:br>
              <a:rPr lang="en-US" sz="1200" noProof="0" dirty="0"/>
            </a:br>
            <a:r>
              <a:rPr lang="en-US" sz="1200" b="1" noProof="0" dirty="0">
                <a:latin typeface="+mj-lt"/>
              </a:rPr>
              <a:t>Format Background</a:t>
            </a:r>
          </a:p>
          <a:p>
            <a:pPr marL="137160" indent="-137160" algn="l">
              <a:lnSpc>
                <a:spcPct val="120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200" b="1" noProof="0" dirty="0">
                <a:latin typeface="+mj-lt"/>
              </a:rPr>
              <a:t>Picture or texture fill</a:t>
            </a:r>
          </a:p>
          <a:p>
            <a:pPr marL="137160" indent="-137160" algn="l">
              <a:lnSpc>
                <a:spcPct val="120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200" b="1" noProof="0" dirty="0">
                <a:latin typeface="+mj-lt"/>
              </a:rPr>
              <a:t>Picture source</a:t>
            </a:r>
            <a:r>
              <a:rPr lang="en-US" sz="1200" noProof="0" dirty="0"/>
              <a:t> -&gt; </a:t>
            </a:r>
            <a:br>
              <a:rPr lang="en-US" sz="1200" noProof="0" dirty="0"/>
            </a:br>
            <a:r>
              <a:rPr lang="en-US" sz="1200" b="1" noProof="0" dirty="0">
                <a:latin typeface="+mj-lt"/>
              </a:rPr>
              <a:t>Insert…</a:t>
            </a:r>
            <a:endParaRPr lang="en-US" sz="1200" noProof="0" dirty="0"/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45713305-22F6-4A2A-9532-0736D6FE4C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733407" y="301339"/>
            <a:ext cx="941923" cy="50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08621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no Text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platzhalter 3">
            <a:extLst>
              <a:ext uri="{FF2B5EF4-FFF2-40B4-BE49-F238E27FC236}">
                <a16:creationId xmlns:a16="http://schemas.microsoft.com/office/drawing/2014/main" id="{B4FD5F9F-E446-4BF5-A57D-6634A5E8E1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9" y="296863"/>
            <a:ext cx="9420224" cy="13465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bg1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100 characters</a:t>
            </a:r>
          </a:p>
        </p:txBody>
      </p:sp>
      <p:sp>
        <p:nvSpPr>
          <p:cNvPr id="12" name="Titelplatzhalter 1">
            <a:extLst>
              <a:ext uri="{FF2B5EF4-FFF2-40B4-BE49-F238E27FC236}">
                <a16:creationId xmlns:a16="http://schemas.microsoft.com/office/drawing/2014/main" id="{B024D9C6-40E1-456A-B101-0BF21E6F2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05635"/>
            <a:ext cx="9420225" cy="664797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to edit Master title with a maximum of </a:t>
            </a:r>
            <a:br>
              <a:rPr lang="en-US" noProof="0" dirty="0"/>
            </a:br>
            <a:r>
              <a:rPr lang="en-US" noProof="0" dirty="0"/>
              <a:t>approx. 120 characters in maximum two lines</a:t>
            </a:r>
          </a:p>
        </p:txBody>
      </p:sp>
      <p:cxnSp>
        <p:nvCxnSpPr>
          <p:cNvPr id="15" name="Gerade Verbindung 6">
            <a:extLst>
              <a:ext uri="{FF2B5EF4-FFF2-40B4-BE49-F238E27FC236}">
                <a16:creationId xmlns:a16="http://schemas.microsoft.com/office/drawing/2014/main" id="{DA453981-87FB-421E-9703-AE01D8F2DD69}"/>
              </a:ext>
            </a:extLst>
          </p:cNvPr>
          <p:cNvCxnSpPr>
            <a:cxnSpLocks/>
          </p:cNvCxnSpPr>
          <p:nvPr userDrawn="1"/>
        </p:nvCxnSpPr>
        <p:spPr>
          <a:xfrm flipH="1">
            <a:off x="515938" y="1304925"/>
            <a:ext cx="72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359C7016-B608-4629-B00D-426D47E0866C}"/>
              </a:ext>
            </a:extLst>
          </p:cNvPr>
          <p:cNvSpPr/>
          <p:nvPr userDrawn="1"/>
        </p:nvSpPr>
        <p:spPr>
          <a:xfrm>
            <a:off x="12308461" y="1304925"/>
            <a:ext cx="1769323" cy="32537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noProof="0" dirty="0"/>
              <a:t>This slide is only to </a:t>
            </a:r>
            <a:br>
              <a:rPr lang="en-US" sz="1200" noProof="0" dirty="0"/>
            </a:br>
            <a:r>
              <a:rPr lang="en-US" sz="1200" noProof="0" dirty="0"/>
              <a:t>be used for imagery that requires black background.</a:t>
            </a:r>
            <a:br>
              <a:rPr lang="en-US" sz="1200" noProof="0" dirty="0"/>
            </a:br>
            <a:r>
              <a:rPr lang="en-US" sz="1200" noProof="0" dirty="0"/>
              <a:t> 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noProof="0" dirty="0"/>
              <a:t>To add an image </a:t>
            </a:r>
            <a:br>
              <a:rPr lang="en-US" sz="1200" noProof="0" dirty="0"/>
            </a:br>
            <a:r>
              <a:rPr lang="en-US" sz="1200" noProof="0" dirty="0"/>
              <a:t>to the background, </a:t>
            </a:r>
            <a:br>
              <a:rPr lang="en-US" sz="1200" noProof="0" dirty="0"/>
            </a:br>
            <a:r>
              <a:rPr lang="en-US" sz="1200" noProof="0" dirty="0"/>
              <a:t>follow these steps: </a:t>
            </a:r>
          </a:p>
          <a:p>
            <a:pPr marL="137160" indent="-137160" algn="l">
              <a:lnSpc>
                <a:spcPct val="120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200" noProof="0" dirty="0"/>
              <a:t>Right click -&gt; </a:t>
            </a:r>
            <a:br>
              <a:rPr lang="en-US" sz="1200" noProof="0" dirty="0"/>
            </a:br>
            <a:r>
              <a:rPr lang="en-US" sz="1200" b="1" noProof="0" dirty="0">
                <a:latin typeface="+mj-lt"/>
              </a:rPr>
              <a:t>Format Background</a:t>
            </a:r>
          </a:p>
          <a:p>
            <a:pPr marL="137160" indent="-137160" algn="l">
              <a:lnSpc>
                <a:spcPct val="120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200" b="1" noProof="0" dirty="0">
                <a:latin typeface="+mj-lt"/>
              </a:rPr>
              <a:t>Picture or texture fill</a:t>
            </a:r>
          </a:p>
          <a:p>
            <a:pPr marL="137160" indent="-137160" algn="l">
              <a:lnSpc>
                <a:spcPct val="120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200" b="1" noProof="0" dirty="0">
                <a:latin typeface="+mj-lt"/>
              </a:rPr>
              <a:t>Picture source</a:t>
            </a:r>
            <a:r>
              <a:rPr lang="en-US" sz="1200" noProof="0" dirty="0"/>
              <a:t> -&gt; </a:t>
            </a:r>
            <a:br>
              <a:rPr lang="en-US" sz="1200" noProof="0" dirty="0"/>
            </a:br>
            <a:r>
              <a:rPr lang="en-US" sz="1200" b="1" noProof="0" dirty="0">
                <a:latin typeface="+mj-lt"/>
              </a:rPr>
              <a:t>Insert…</a:t>
            </a:r>
            <a:endParaRPr lang="en-US" sz="1200" noProof="0" dirty="0"/>
          </a:p>
        </p:txBody>
      </p:sp>
      <p:sp>
        <p:nvSpPr>
          <p:cNvPr id="25" name="Textfeld 28">
            <a:extLst>
              <a:ext uri="{FF2B5EF4-FFF2-40B4-BE49-F238E27FC236}">
                <a16:creationId xmlns:a16="http://schemas.microsoft.com/office/drawing/2014/main" id="{834492C6-F069-4259-87EE-EA2A907EBB4A}"/>
              </a:ext>
            </a:extLst>
          </p:cNvPr>
          <p:cNvSpPr txBox="1"/>
          <p:nvPr userDrawn="1"/>
        </p:nvSpPr>
        <p:spPr>
          <a:xfrm>
            <a:off x="515939" y="6611938"/>
            <a:ext cx="3484562" cy="1280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+mj-lt"/>
                <a:ea typeface="Roboto" panose="02000000000000000000" pitchFamily="2" charset="0"/>
              </a:rPr>
              <a:t>© 2026 Bruker</a:t>
            </a:r>
          </a:p>
        </p:txBody>
      </p:sp>
      <p:sp>
        <p:nvSpPr>
          <p:cNvPr id="26" name="Datumsplatzhalter 3">
            <a:extLst>
              <a:ext uri="{FF2B5EF4-FFF2-40B4-BE49-F238E27FC236}">
                <a16:creationId xmlns:a16="http://schemas.microsoft.com/office/drawing/2014/main" id="{B9D2F716-1041-44B5-B871-030499A153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0579" y="6611112"/>
            <a:ext cx="979694" cy="128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800">
                <a:solidFill>
                  <a:schemeClr val="bg1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1E801958-7327-4B11-9A57-7AF375A686EC}" type="datetime3">
              <a:rPr lang="en-US" smtClean="0"/>
              <a:t>5 May 2026</a:t>
            </a:fld>
            <a:endParaRPr lang="en-US" dirty="0"/>
          </a:p>
        </p:txBody>
      </p:sp>
      <p:sp>
        <p:nvSpPr>
          <p:cNvPr id="27" name="Foliennummernplatzhalter 5">
            <a:extLst>
              <a:ext uri="{FF2B5EF4-FFF2-40B4-BE49-F238E27FC236}">
                <a16:creationId xmlns:a16="http://schemas.microsoft.com/office/drawing/2014/main" id="{CE202962-AEB9-442D-85E6-98ACE0269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611112"/>
            <a:ext cx="291782" cy="12801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bg1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20213A-032B-FE42-940A-86A4C9AC44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5C33D529-3C0A-408F-9A72-4186EA584C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1338" y="6611112"/>
            <a:ext cx="5925232" cy="128016"/>
          </a:xfrm>
          <a:prstGeom prst="rect">
            <a:avLst/>
          </a:prstGeom>
        </p:spPr>
        <p:txBody>
          <a:bodyPr vert="horz" lIns="0" tIns="0" rIns="45720" bIns="0" rtlCol="0" anchor="t"/>
          <a:lstStyle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Innovation with Integrity</a:t>
            </a:r>
            <a:endParaRPr lang="en-US" dirty="0"/>
          </a:p>
        </p:txBody>
      </p:sp>
      <p:sp>
        <p:nvSpPr>
          <p:cNvPr id="29" name="Datumsplatzhalter 3">
            <a:extLst>
              <a:ext uri="{FF2B5EF4-FFF2-40B4-BE49-F238E27FC236}">
                <a16:creationId xmlns:a16="http://schemas.microsoft.com/office/drawing/2014/main" id="{7811D833-6C06-457B-AD0E-717893327AC2}"/>
              </a:ext>
            </a:extLst>
          </p:cNvPr>
          <p:cNvSpPr txBox="1">
            <a:spLocks/>
          </p:cNvSpPr>
          <p:nvPr userDrawn="1"/>
        </p:nvSpPr>
        <p:spPr>
          <a:xfrm>
            <a:off x="11320272" y="6608530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solidFill>
                  <a:schemeClr val="bg1"/>
                </a:solidFill>
                <a:latin typeface="+mj-lt"/>
              </a:rPr>
              <a:t>|</a:t>
            </a:r>
          </a:p>
        </p:txBody>
      </p:sp>
      <p:sp>
        <p:nvSpPr>
          <p:cNvPr id="30" name="Datumsplatzhalter 3">
            <a:extLst>
              <a:ext uri="{FF2B5EF4-FFF2-40B4-BE49-F238E27FC236}">
                <a16:creationId xmlns:a16="http://schemas.microsoft.com/office/drawing/2014/main" id="{FB60A36F-5DF9-460D-BF03-AEE3F645519E}"/>
              </a:ext>
            </a:extLst>
          </p:cNvPr>
          <p:cNvSpPr txBox="1">
            <a:spLocks/>
          </p:cNvSpPr>
          <p:nvPr userDrawn="1"/>
        </p:nvSpPr>
        <p:spPr>
          <a:xfrm>
            <a:off x="10276570" y="6611112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solidFill>
                  <a:schemeClr val="bg1"/>
                </a:solidFill>
                <a:latin typeface="+mj-lt"/>
              </a:rPr>
              <a:t>|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A4329016-1FE1-41E3-82F9-18C1ED598C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733407" y="301339"/>
            <a:ext cx="941923" cy="50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3096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 5">
            <a:extLst>
              <a:ext uri="{FF2B5EF4-FFF2-40B4-BE49-F238E27FC236}">
                <a16:creationId xmlns:a16="http://schemas.microsoft.com/office/drawing/2014/main" id="{F52E63FF-02E4-51E4-FD59-4EA8FE670592}"/>
              </a:ext>
            </a:extLst>
          </p:cNvPr>
          <p:cNvSpPr/>
          <p:nvPr userDrawn="1"/>
        </p:nvSpPr>
        <p:spPr>
          <a:xfrm>
            <a:off x="-1" y="0"/>
            <a:ext cx="3999362" cy="6858000"/>
          </a:xfrm>
          <a:custGeom>
            <a:avLst/>
            <a:gdLst>
              <a:gd name="connsiteX0" fmla="*/ 0 w 3999362"/>
              <a:gd name="connsiteY0" fmla="*/ 0 h 6858000"/>
              <a:gd name="connsiteX1" fmla="*/ 2564027 w 3999362"/>
              <a:gd name="connsiteY1" fmla="*/ 0 h 6858000"/>
              <a:gd name="connsiteX2" fmla="*/ 2577455 w 3999362"/>
              <a:gd name="connsiteY2" fmla="*/ 0 h 6858000"/>
              <a:gd name="connsiteX3" fmla="*/ 2800674 w 3999362"/>
              <a:gd name="connsiteY3" fmla="*/ 0 h 6858000"/>
              <a:gd name="connsiteX4" fmla="*/ 2848440 w 3999362"/>
              <a:gd name="connsiteY4" fmla="*/ 0 h 6858000"/>
              <a:gd name="connsiteX5" fmla="*/ 3281695 w 3999362"/>
              <a:gd name="connsiteY5" fmla="*/ 0 h 6858000"/>
              <a:gd name="connsiteX6" fmla="*/ 3999362 w 3999362"/>
              <a:gd name="connsiteY6" fmla="*/ 3429000 h 6858000"/>
              <a:gd name="connsiteX7" fmla="*/ 3281695 w 3999362"/>
              <a:gd name="connsiteY7" fmla="*/ 6858000 h 6858000"/>
              <a:gd name="connsiteX8" fmla="*/ 2848440 w 3999362"/>
              <a:gd name="connsiteY8" fmla="*/ 6858000 h 6858000"/>
              <a:gd name="connsiteX9" fmla="*/ 2800674 w 3999362"/>
              <a:gd name="connsiteY9" fmla="*/ 6858000 h 6858000"/>
              <a:gd name="connsiteX10" fmla="*/ 2577455 w 3999362"/>
              <a:gd name="connsiteY10" fmla="*/ 6858000 h 6858000"/>
              <a:gd name="connsiteX11" fmla="*/ 2564027 w 3999362"/>
              <a:gd name="connsiteY11" fmla="*/ 6858000 h 6858000"/>
              <a:gd name="connsiteX12" fmla="*/ 0 w 3999362"/>
              <a:gd name="connsiteY1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999362" h="6858000">
                <a:moveTo>
                  <a:pt x="0" y="0"/>
                </a:moveTo>
                <a:lnTo>
                  <a:pt x="2564027" y="0"/>
                </a:lnTo>
                <a:lnTo>
                  <a:pt x="2577455" y="0"/>
                </a:lnTo>
                <a:lnTo>
                  <a:pt x="2800674" y="0"/>
                </a:lnTo>
                <a:lnTo>
                  <a:pt x="2848440" y="0"/>
                </a:lnTo>
                <a:lnTo>
                  <a:pt x="3281695" y="0"/>
                </a:lnTo>
                <a:lnTo>
                  <a:pt x="3999362" y="3429000"/>
                </a:lnTo>
                <a:lnTo>
                  <a:pt x="3281695" y="6858000"/>
                </a:lnTo>
                <a:lnTo>
                  <a:pt x="2848440" y="6858000"/>
                </a:lnTo>
                <a:lnTo>
                  <a:pt x="2800674" y="6858000"/>
                </a:lnTo>
                <a:lnTo>
                  <a:pt x="2577455" y="6858000"/>
                </a:lnTo>
                <a:lnTo>
                  <a:pt x="2564027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0062A4"/>
              </a:gs>
              <a:gs pos="85000">
                <a:schemeClr val="tx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5B9D328-58B7-A8AF-1991-0841BC94A7A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8" y="296863"/>
            <a:ext cx="2772000" cy="26289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bg1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max of approx. 100 characters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EC394D-0BE0-47C1-B088-32253B16C96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351337" y="1304925"/>
            <a:ext cx="7324725" cy="4248000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4D561DC7-9D7E-42B5-AABC-F2E4DE6D00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0579" y="6611112"/>
            <a:ext cx="979694" cy="128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F3BC262F-CF95-46D9-945F-B1A11E80CA26}" type="datetime3">
              <a:rPr lang="en-US" noProof="0" smtClean="0"/>
              <a:t>5 May 2026</a:t>
            </a:fld>
            <a:endParaRPr lang="en-US" noProof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8D179A22-84DE-48B9-A6F3-2FD253802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611112"/>
            <a:ext cx="291782" cy="12801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20213A-032B-FE42-940A-86A4C9AC44D3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9" name="Datumsplatzhalter 3">
            <a:extLst>
              <a:ext uri="{FF2B5EF4-FFF2-40B4-BE49-F238E27FC236}">
                <a16:creationId xmlns:a16="http://schemas.microsoft.com/office/drawing/2014/main" id="{2118FAC5-CBCA-4A0D-9F92-EE7E9554AB85}"/>
              </a:ext>
            </a:extLst>
          </p:cNvPr>
          <p:cNvSpPr txBox="1">
            <a:spLocks/>
          </p:cNvSpPr>
          <p:nvPr userDrawn="1"/>
        </p:nvSpPr>
        <p:spPr>
          <a:xfrm>
            <a:off x="11320272" y="6608530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>
                <a:solidFill>
                  <a:schemeClr val="tx2"/>
                </a:solidFill>
                <a:latin typeface="+mj-lt"/>
              </a:rPr>
              <a:t>|</a:t>
            </a:r>
          </a:p>
        </p:txBody>
      </p:sp>
      <p:sp>
        <p:nvSpPr>
          <p:cNvPr id="20" name="Datumsplatzhalter 3">
            <a:extLst>
              <a:ext uri="{FF2B5EF4-FFF2-40B4-BE49-F238E27FC236}">
                <a16:creationId xmlns:a16="http://schemas.microsoft.com/office/drawing/2014/main" id="{8A58CA00-3E74-40A0-8C85-A260E9F56618}"/>
              </a:ext>
            </a:extLst>
          </p:cNvPr>
          <p:cNvSpPr txBox="1">
            <a:spLocks/>
          </p:cNvSpPr>
          <p:nvPr userDrawn="1"/>
        </p:nvSpPr>
        <p:spPr>
          <a:xfrm>
            <a:off x="10276570" y="6611112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>
                <a:solidFill>
                  <a:schemeClr val="tx2"/>
                </a:solidFill>
                <a:latin typeface="+mj-lt"/>
              </a:rPr>
              <a:t>|</a:t>
            </a:r>
          </a:p>
        </p:txBody>
      </p:sp>
      <p:sp>
        <p:nvSpPr>
          <p:cNvPr id="7" name="Textfeld 28">
            <a:extLst>
              <a:ext uri="{FF2B5EF4-FFF2-40B4-BE49-F238E27FC236}">
                <a16:creationId xmlns:a16="http://schemas.microsoft.com/office/drawing/2014/main" id="{729635F3-1331-43F1-6965-51D0CE5FABDA}"/>
              </a:ext>
            </a:extLst>
          </p:cNvPr>
          <p:cNvSpPr txBox="1"/>
          <p:nvPr userDrawn="1"/>
        </p:nvSpPr>
        <p:spPr>
          <a:xfrm>
            <a:off x="515937" y="6611938"/>
            <a:ext cx="3484563" cy="129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noProof="0" dirty="0">
                <a:solidFill>
                  <a:schemeClr val="bg1"/>
                </a:solidFill>
                <a:latin typeface="+mj-lt"/>
                <a:ea typeface="Roboto" panose="02000000000000000000" pitchFamily="2" charset="0"/>
              </a:rPr>
              <a:t>© 2026 Bruker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187E06A-5F6B-B096-9AF4-BD5D21ED0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1921716"/>
            <a:ext cx="3124800" cy="1915272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with a maximum of approx. 120 characters</a:t>
            </a:r>
          </a:p>
        </p:txBody>
      </p:sp>
      <p:cxnSp>
        <p:nvCxnSpPr>
          <p:cNvPr id="3" name="Gerade Verbindung 6">
            <a:extLst>
              <a:ext uri="{FF2B5EF4-FFF2-40B4-BE49-F238E27FC236}">
                <a16:creationId xmlns:a16="http://schemas.microsoft.com/office/drawing/2014/main" id="{244BCD62-5C3E-9F31-2FAE-015098CC198E}"/>
              </a:ext>
            </a:extLst>
          </p:cNvPr>
          <p:cNvCxnSpPr>
            <a:cxnSpLocks/>
          </p:cNvCxnSpPr>
          <p:nvPr userDrawn="1"/>
        </p:nvCxnSpPr>
        <p:spPr>
          <a:xfrm flipH="1">
            <a:off x="515938" y="3971481"/>
            <a:ext cx="720000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23FBEAA-82EB-56C2-93F2-BAB53583BC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54850" y="6611112"/>
            <a:ext cx="3221720" cy="128016"/>
          </a:xfrm>
          <a:prstGeom prst="rect">
            <a:avLst/>
          </a:prstGeom>
        </p:spPr>
        <p:txBody>
          <a:bodyPr vert="horz" lIns="0" tIns="0" rIns="4572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Innovation with Integrity</a:t>
            </a:r>
          </a:p>
        </p:txBody>
      </p:sp>
    </p:spTree>
    <p:extLst>
      <p:ext uri="{BB962C8B-B14F-4D97-AF65-F5344CB8AC3E}">
        <p14:creationId xmlns:p14="http://schemas.microsoft.com/office/powerpoint/2010/main" val="171000382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3">
            <a:extLst>
              <a:ext uri="{FF2B5EF4-FFF2-40B4-BE49-F238E27FC236}">
                <a16:creationId xmlns:a16="http://schemas.microsoft.com/office/drawing/2014/main" id="{17DC8F94-53AE-80DF-9B93-0791811493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40" y="296863"/>
            <a:ext cx="2772302" cy="26289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accent2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two lines subtitle max of approx. 100 characters</a:t>
            </a:r>
          </a:p>
        </p:txBody>
      </p:sp>
      <p:sp>
        <p:nvSpPr>
          <p:cNvPr id="18" name="Freihandform 17">
            <a:extLst>
              <a:ext uri="{FF2B5EF4-FFF2-40B4-BE49-F238E27FC236}">
                <a16:creationId xmlns:a16="http://schemas.microsoft.com/office/drawing/2014/main" id="{23E86167-6AAB-6872-2647-4B9F68D5F81A}"/>
              </a:ext>
            </a:extLst>
          </p:cNvPr>
          <p:cNvSpPr/>
          <p:nvPr userDrawn="1"/>
        </p:nvSpPr>
        <p:spPr>
          <a:xfrm>
            <a:off x="3288241" y="-1"/>
            <a:ext cx="8903759" cy="6858001"/>
          </a:xfrm>
          <a:custGeom>
            <a:avLst/>
            <a:gdLst>
              <a:gd name="connsiteX0" fmla="*/ 3310267 w 8903759"/>
              <a:gd name="connsiteY0" fmla="*/ 0 h 6858001"/>
              <a:gd name="connsiteX1" fmla="*/ 8903759 w 8903759"/>
              <a:gd name="connsiteY1" fmla="*/ 0 h 6858001"/>
              <a:gd name="connsiteX2" fmla="*/ 8903759 w 8903759"/>
              <a:gd name="connsiteY2" fmla="*/ 6857999 h 6858001"/>
              <a:gd name="connsiteX3" fmla="*/ 3632706 w 8903759"/>
              <a:gd name="connsiteY3" fmla="*/ 6857999 h 6858001"/>
              <a:gd name="connsiteX4" fmla="*/ 3632706 w 8903759"/>
              <a:gd name="connsiteY4" fmla="*/ 6858001 h 6858001"/>
              <a:gd name="connsiteX5" fmla="*/ 0 w 8903759"/>
              <a:gd name="connsiteY5" fmla="*/ 6858001 h 6858001"/>
              <a:gd name="connsiteX6" fmla="*/ 717667 w 8903759"/>
              <a:gd name="connsiteY6" fmla="*/ 3429001 h 6858001"/>
              <a:gd name="connsiteX7" fmla="*/ 0 w 8903759"/>
              <a:gd name="connsiteY7" fmla="*/ 1 h 6858001"/>
              <a:gd name="connsiteX8" fmla="*/ 3310267 w 8903759"/>
              <a:gd name="connsiteY8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903759" h="6858001">
                <a:moveTo>
                  <a:pt x="3310267" y="0"/>
                </a:moveTo>
                <a:lnTo>
                  <a:pt x="8903759" y="0"/>
                </a:lnTo>
                <a:lnTo>
                  <a:pt x="8903759" y="6857999"/>
                </a:lnTo>
                <a:lnTo>
                  <a:pt x="3632706" y="6857999"/>
                </a:lnTo>
                <a:lnTo>
                  <a:pt x="3632706" y="6858001"/>
                </a:lnTo>
                <a:lnTo>
                  <a:pt x="0" y="6858001"/>
                </a:lnTo>
                <a:lnTo>
                  <a:pt x="717667" y="3429001"/>
                </a:lnTo>
                <a:lnTo>
                  <a:pt x="0" y="1"/>
                </a:lnTo>
                <a:lnTo>
                  <a:pt x="3310267" y="1"/>
                </a:lnTo>
                <a:close/>
              </a:path>
            </a:pathLst>
          </a:custGeom>
          <a:gradFill>
            <a:gsLst>
              <a:gs pos="0">
                <a:srgbClr val="0062A4"/>
              </a:gs>
              <a:gs pos="85000">
                <a:schemeClr val="tx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EC394D-0BE0-47C1-B088-32253B16C96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351337" y="1304925"/>
            <a:ext cx="7324725" cy="4248000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4D561DC7-9D7E-42B5-AABC-F2E4DE6D00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0579" y="6611112"/>
            <a:ext cx="979694" cy="128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800">
                <a:solidFill>
                  <a:schemeClr val="bg1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E895DFDF-5219-468D-9FB7-0EA5B5BC7AD0}" type="datetime3">
              <a:rPr lang="en-US" noProof="0" smtClean="0"/>
              <a:t>5 May 2026</a:t>
            </a:fld>
            <a:endParaRPr lang="en-US" noProof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8D179A22-84DE-48B9-A6F3-2FD253802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611112"/>
            <a:ext cx="291782" cy="12801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bg1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20213A-032B-FE42-940A-86A4C9AC44D3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9" name="Datumsplatzhalter 3">
            <a:extLst>
              <a:ext uri="{FF2B5EF4-FFF2-40B4-BE49-F238E27FC236}">
                <a16:creationId xmlns:a16="http://schemas.microsoft.com/office/drawing/2014/main" id="{2118FAC5-CBCA-4A0D-9F92-EE7E9554AB85}"/>
              </a:ext>
            </a:extLst>
          </p:cNvPr>
          <p:cNvSpPr txBox="1">
            <a:spLocks/>
          </p:cNvSpPr>
          <p:nvPr userDrawn="1"/>
        </p:nvSpPr>
        <p:spPr>
          <a:xfrm>
            <a:off x="11320272" y="6608530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>
                <a:solidFill>
                  <a:schemeClr val="bg1"/>
                </a:solidFill>
                <a:latin typeface="+mj-lt"/>
              </a:rPr>
              <a:t>|</a:t>
            </a:r>
          </a:p>
        </p:txBody>
      </p:sp>
      <p:sp>
        <p:nvSpPr>
          <p:cNvPr id="20" name="Datumsplatzhalter 3">
            <a:extLst>
              <a:ext uri="{FF2B5EF4-FFF2-40B4-BE49-F238E27FC236}">
                <a16:creationId xmlns:a16="http://schemas.microsoft.com/office/drawing/2014/main" id="{8A58CA00-3E74-40A0-8C85-A260E9F56618}"/>
              </a:ext>
            </a:extLst>
          </p:cNvPr>
          <p:cNvSpPr txBox="1">
            <a:spLocks/>
          </p:cNvSpPr>
          <p:nvPr userDrawn="1"/>
        </p:nvSpPr>
        <p:spPr>
          <a:xfrm>
            <a:off x="10276570" y="6611112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>
                <a:solidFill>
                  <a:schemeClr val="bg1"/>
                </a:solidFill>
                <a:latin typeface="+mj-lt"/>
              </a:rPr>
              <a:t>|</a:t>
            </a:r>
          </a:p>
        </p:txBody>
      </p:sp>
      <p:pic>
        <p:nvPicPr>
          <p:cNvPr id="4" name="Graphic 7">
            <a:extLst>
              <a:ext uri="{FF2B5EF4-FFF2-40B4-BE49-F238E27FC236}">
                <a16:creationId xmlns:a16="http://schemas.microsoft.com/office/drawing/2014/main" id="{9476E8BA-11D5-452C-6BF0-941C2554F5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733407" y="301339"/>
            <a:ext cx="941923" cy="502920"/>
          </a:xfrm>
          <a:prstGeom prst="rect">
            <a:avLst/>
          </a:prstGeom>
        </p:spPr>
      </p:pic>
      <p:sp>
        <p:nvSpPr>
          <p:cNvPr id="7" name="Textfeld 28">
            <a:extLst>
              <a:ext uri="{FF2B5EF4-FFF2-40B4-BE49-F238E27FC236}">
                <a16:creationId xmlns:a16="http://schemas.microsoft.com/office/drawing/2014/main" id="{729635F3-1331-43F1-6965-51D0CE5FABDA}"/>
              </a:ext>
            </a:extLst>
          </p:cNvPr>
          <p:cNvSpPr txBox="1"/>
          <p:nvPr userDrawn="1"/>
        </p:nvSpPr>
        <p:spPr>
          <a:xfrm>
            <a:off x="515937" y="6611938"/>
            <a:ext cx="3484563" cy="129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noProof="0" dirty="0">
                <a:solidFill>
                  <a:schemeClr val="accent3"/>
                </a:solidFill>
                <a:latin typeface="+mj-lt"/>
                <a:ea typeface="Roboto" panose="02000000000000000000" pitchFamily="2" charset="0"/>
              </a:rPr>
              <a:t>© 2026 Bruker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187E06A-5F6B-B096-9AF4-BD5D21ED0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1921716"/>
            <a:ext cx="3124800" cy="1915272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noAutofit/>
          </a:bodyPr>
          <a:lstStyle/>
          <a:p>
            <a:pPr lvl="0"/>
            <a:r>
              <a:rPr lang="en-US" noProof="0"/>
              <a:t>Click to edit Master title with a maximum of approx. 120 characters</a:t>
            </a:r>
          </a:p>
        </p:txBody>
      </p:sp>
      <p:cxnSp>
        <p:nvCxnSpPr>
          <p:cNvPr id="3" name="Gerade Verbindung 6">
            <a:extLst>
              <a:ext uri="{FF2B5EF4-FFF2-40B4-BE49-F238E27FC236}">
                <a16:creationId xmlns:a16="http://schemas.microsoft.com/office/drawing/2014/main" id="{244BCD62-5C3E-9F31-2FAE-015098CC198E}"/>
              </a:ext>
            </a:extLst>
          </p:cNvPr>
          <p:cNvCxnSpPr>
            <a:cxnSpLocks/>
          </p:cNvCxnSpPr>
          <p:nvPr userDrawn="1"/>
        </p:nvCxnSpPr>
        <p:spPr>
          <a:xfrm flipH="1">
            <a:off x="515938" y="3971481"/>
            <a:ext cx="720000" cy="0"/>
          </a:xfrm>
          <a:prstGeom prst="line">
            <a:avLst/>
          </a:prstGeom>
          <a:ln w="19050">
            <a:solidFill>
              <a:srgbClr val="008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AFEF75C1-AF16-955E-643E-F7CEF6F77A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1338" y="6611112"/>
            <a:ext cx="5925232" cy="128016"/>
          </a:xfrm>
          <a:prstGeom prst="rect">
            <a:avLst/>
          </a:prstGeom>
        </p:spPr>
        <p:txBody>
          <a:bodyPr vert="horz" lIns="0" tIns="0" rIns="45720" bIns="0" rtlCol="0" anchor="t"/>
          <a:lstStyle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Innovation with Integrity</a:t>
            </a:r>
          </a:p>
        </p:txBody>
      </p:sp>
    </p:spTree>
    <p:extLst>
      <p:ext uri="{BB962C8B-B14F-4D97-AF65-F5344CB8AC3E}">
        <p14:creationId xmlns:p14="http://schemas.microsoft.com/office/powerpoint/2010/main" val="335524185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 10">
            <a:extLst>
              <a:ext uri="{FF2B5EF4-FFF2-40B4-BE49-F238E27FC236}">
                <a16:creationId xmlns:a16="http://schemas.microsoft.com/office/drawing/2014/main" id="{D89D0556-4CB1-0A89-5EFC-803EEE89B63A}"/>
              </a:ext>
            </a:extLst>
          </p:cNvPr>
          <p:cNvSpPr/>
          <p:nvPr userDrawn="1"/>
        </p:nvSpPr>
        <p:spPr>
          <a:xfrm>
            <a:off x="7834313" y="0"/>
            <a:ext cx="4357688" cy="6858000"/>
          </a:xfrm>
          <a:custGeom>
            <a:avLst/>
            <a:gdLst>
              <a:gd name="connsiteX0" fmla="*/ 0 w 4357688"/>
              <a:gd name="connsiteY0" fmla="*/ 0 h 6858000"/>
              <a:gd name="connsiteX1" fmla="*/ 2442256 w 4357688"/>
              <a:gd name="connsiteY1" fmla="*/ 0 h 6858000"/>
              <a:gd name="connsiteX2" fmla="*/ 3632706 w 4357688"/>
              <a:gd name="connsiteY2" fmla="*/ 0 h 6858000"/>
              <a:gd name="connsiteX3" fmla="*/ 4357688 w 4357688"/>
              <a:gd name="connsiteY3" fmla="*/ 0 h 6858000"/>
              <a:gd name="connsiteX4" fmla="*/ 4357688 w 4357688"/>
              <a:gd name="connsiteY4" fmla="*/ 6858000 h 6858000"/>
              <a:gd name="connsiteX5" fmla="*/ 3632706 w 4357688"/>
              <a:gd name="connsiteY5" fmla="*/ 6858000 h 6858000"/>
              <a:gd name="connsiteX6" fmla="*/ 2442256 w 4357688"/>
              <a:gd name="connsiteY6" fmla="*/ 6858000 h 6858000"/>
              <a:gd name="connsiteX7" fmla="*/ 0 w 4357688"/>
              <a:gd name="connsiteY7" fmla="*/ 6858000 h 6858000"/>
              <a:gd name="connsiteX8" fmla="*/ 717667 w 4357688"/>
              <a:gd name="connsiteY8" fmla="*/ 3429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57688" h="6858000">
                <a:moveTo>
                  <a:pt x="0" y="0"/>
                </a:moveTo>
                <a:lnTo>
                  <a:pt x="2442256" y="0"/>
                </a:lnTo>
                <a:lnTo>
                  <a:pt x="3632706" y="0"/>
                </a:lnTo>
                <a:lnTo>
                  <a:pt x="4357688" y="0"/>
                </a:lnTo>
                <a:lnTo>
                  <a:pt x="4357688" y="6858000"/>
                </a:lnTo>
                <a:lnTo>
                  <a:pt x="3632706" y="6858000"/>
                </a:lnTo>
                <a:lnTo>
                  <a:pt x="2442256" y="6858000"/>
                </a:lnTo>
                <a:lnTo>
                  <a:pt x="0" y="6858000"/>
                </a:lnTo>
                <a:lnTo>
                  <a:pt x="717667" y="3429000"/>
                </a:lnTo>
                <a:close/>
              </a:path>
            </a:pathLst>
          </a:custGeom>
          <a:gradFill>
            <a:gsLst>
              <a:gs pos="0">
                <a:srgbClr val="0062A4"/>
              </a:gs>
              <a:gs pos="85000">
                <a:schemeClr val="tx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EC394D-0BE0-47C1-B088-32253B16C96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515939" y="1592636"/>
            <a:ext cx="7318374" cy="3671999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itelplatzhalter 1">
            <a:extLst>
              <a:ext uri="{FF2B5EF4-FFF2-40B4-BE49-F238E27FC236}">
                <a16:creationId xmlns:a16="http://schemas.microsoft.com/office/drawing/2014/main" id="{B024D9C6-40E1-456A-B101-0BF21E6F2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05635"/>
            <a:ext cx="7318375" cy="664797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/>
          <a:p>
            <a:pPr lvl="0"/>
            <a:r>
              <a:rPr lang="en-US" noProof="0"/>
              <a:t>Click to edit Master title with a maximum of </a:t>
            </a:r>
            <a:br>
              <a:rPr lang="en-US" noProof="0"/>
            </a:br>
            <a:r>
              <a:rPr lang="en-US" noProof="0"/>
              <a:t>approx. 120 characters in maximum two lines</a:t>
            </a:r>
          </a:p>
        </p:txBody>
      </p:sp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4D561DC7-9D7E-42B5-AABC-F2E4DE6D00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0579" y="6611112"/>
            <a:ext cx="979694" cy="128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800">
                <a:solidFill>
                  <a:schemeClr val="bg1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44ECE32B-3084-4452-A57E-8C33FACB2C5F}" type="datetime3">
              <a:rPr lang="en-US" noProof="0" smtClean="0"/>
              <a:t>5 May 2026</a:t>
            </a:fld>
            <a:endParaRPr lang="en-US" noProof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8D179A22-84DE-48B9-A6F3-2FD253802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611112"/>
            <a:ext cx="291782" cy="12801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bg1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20213A-032B-FE42-940A-86A4C9AC44D3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9" name="Datumsplatzhalter 3">
            <a:extLst>
              <a:ext uri="{FF2B5EF4-FFF2-40B4-BE49-F238E27FC236}">
                <a16:creationId xmlns:a16="http://schemas.microsoft.com/office/drawing/2014/main" id="{2118FAC5-CBCA-4A0D-9F92-EE7E9554AB85}"/>
              </a:ext>
            </a:extLst>
          </p:cNvPr>
          <p:cNvSpPr txBox="1">
            <a:spLocks/>
          </p:cNvSpPr>
          <p:nvPr userDrawn="1"/>
        </p:nvSpPr>
        <p:spPr>
          <a:xfrm>
            <a:off x="11320272" y="6608530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>
                <a:solidFill>
                  <a:schemeClr val="bg1"/>
                </a:solidFill>
                <a:latin typeface="+mj-lt"/>
              </a:rPr>
              <a:t>|</a:t>
            </a:r>
          </a:p>
        </p:txBody>
      </p:sp>
      <p:sp>
        <p:nvSpPr>
          <p:cNvPr id="20" name="Datumsplatzhalter 3">
            <a:extLst>
              <a:ext uri="{FF2B5EF4-FFF2-40B4-BE49-F238E27FC236}">
                <a16:creationId xmlns:a16="http://schemas.microsoft.com/office/drawing/2014/main" id="{8A58CA00-3E74-40A0-8C85-A260E9F56618}"/>
              </a:ext>
            </a:extLst>
          </p:cNvPr>
          <p:cNvSpPr txBox="1">
            <a:spLocks/>
          </p:cNvSpPr>
          <p:nvPr userDrawn="1"/>
        </p:nvSpPr>
        <p:spPr>
          <a:xfrm>
            <a:off x="10276570" y="6611112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>
                <a:solidFill>
                  <a:schemeClr val="bg1"/>
                </a:solidFill>
                <a:latin typeface="+mj-lt"/>
              </a:rPr>
              <a:t>|</a:t>
            </a:r>
          </a:p>
        </p:txBody>
      </p:sp>
      <p:pic>
        <p:nvPicPr>
          <p:cNvPr id="9" name="Graphic 7">
            <a:extLst>
              <a:ext uri="{FF2B5EF4-FFF2-40B4-BE49-F238E27FC236}">
                <a16:creationId xmlns:a16="http://schemas.microsoft.com/office/drawing/2014/main" id="{C9BF3FB0-1A9A-64D6-2F75-D311A18DD3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733407" y="301339"/>
            <a:ext cx="941923" cy="502920"/>
          </a:xfrm>
          <a:prstGeom prst="rect">
            <a:avLst/>
          </a:prstGeom>
        </p:spPr>
      </p:pic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AE1DA70-A791-A6B7-CAD4-53BAD9E477F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910530" y="1592636"/>
            <a:ext cx="2764800" cy="3671999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Textplatzhalter 3">
            <a:extLst>
              <a:ext uri="{FF2B5EF4-FFF2-40B4-BE49-F238E27FC236}">
                <a16:creationId xmlns:a16="http://schemas.microsoft.com/office/drawing/2014/main" id="{8C76904D-FC55-9EA9-0443-1A4A341E267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9" y="296863"/>
            <a:ext cx="7319131" cy="13465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accent2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100 characters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C8D3482-47B8-D045-BAE2-8B31332036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1338" y="6611112"/>
            <a:ext cx="5925232" cy="128016"/>
          </a:xfrm>
          <a:prstGeom prst="rect">
            <a:avLst/>
          </a:prstGeom>
        </p:spPr>
        <p:txBody>
          <a:bodyPr vert="horz" lIns="0" tIns="0" rIns="45720" bIns="0" rtlCol="0" anchor="t"/>
          <a:lstStyle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Innovation with Integrity</a:t>
            </a:r>
          </a:p>
        </p:txBody>
      </p:sp>
    </p:spTree>
    <p:extLst>
      <p:ext uri="{BB962C8B-B14F-4D97-AF65-F5344CB8AC3E}">
        <p14:creationId xmlns:p14="http://schemas.microsoft.com/office/powerpoint/2010/main" val="5688204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D1F200E-8DAE-F2AE-E3A6-0830FFBF59F8}"/>
              </a:ext>
            </a:extLst>
          </p:cNvPr>
          <p:cNvSpPr/>
          <p:nvPr userDrawn="1"/>
        </p:nvSpPr>
        <p:spPr>
          <a:xfrm>
            <a:off x="8552400" y="0"/>
            <a:ext cx="3639600" cy="6858000"/>
          </a:xfrm>
          <a:prstGeom prst="rect">
            <a:avLst/>
          </a:prstGeom>
          <a:gradFill>
            <a:gsLst>
              <a:gs pos="0">
                <a:srgbClr val="0062A4"/>
              </a:gs>
              <a:gs pos="85000">
                <a:schemeClr val="tx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EC394D-0BE0-47C1-B088-32253B16C96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515939" y="1592635"/>
            <a:ext cx="7318374" cy="460814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itelplatzhalter 1">
            <a:extLst>
              <a:ext uri="{FF2B5EF4-FFF2-40B4-BE49-F238E27FC236}">
                <a16:creationId xmlns:a16="http://schemas.microsoft.com/office/drawing/2014/main" id="{B024D9C6-40E1-456A-B101-0BF21E6F2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05635"/>
            <a:ext cx="7318375" cy="664797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/>
          <a:p>
            <a:pPr lvl="0"/>
            <a:r>
              <a:rPr lang="en-US" noProof="0"/>
              <a:t>Click to edit Master title with a maximum of </a:t>
            </a:r>
            <a:br>
              <a:rPr lang="en-US" noProof="0"/>
            </a:br>
            <a:r>
              <a:rPr lang="en-US" noProof="0"/>
              <a:t>approx. 120 characters in maximum two lines</a:t>
            </a:r>
          </a:p>
        </p:txBody>
      </p:sp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4D561DC7-9D7E-42B5-AABC-F2E4DE6D00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0579" y="6611112"/>
            <a:ext cx="979694" cy="128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800">
                <a:solidFill>
                  <a:schemeClr val="bg1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066D955B-DBF0-43F6-BDCD-F4BD978596A2}" type="datetime3">
              <a:rPr lang="en-US" noProof="0" smtClean="0"/>
              <a:t>5 May 2026</a:t>
            </a:fld>
            <a:endParaRPr lang="en-US" noProof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8D179A22-84DE-48B9-A6F3-2FD253802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611112"/>
            <a:ext cx="291782" cy="12801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bg1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20213A-032B-FE42-940A-86A4C9AC44D3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9" name="Datumsplatzhalter 3">
            <a:extLst>
              <a:ext uri="{FF2B5EF4-FFF2-40B4-BE49-F238E27FC236}">
                <a16:creationId xmlns:a16="http://schemas.microsoft.com/office/drawing/2014/main" id="{2118FAC5-CBCA-4A0D-9F92-EE7E9554AB85}"/>
              </a:ext>
            </a:extLst>
          </p:cNvPr>
          <p:cNvSpPr txBox="1">
            <a:spLocks/>
          </p:cNvSpPr>
          <p:nvPr userDrawn="1"/>
        </p:nvSpPr>
        <p:spPr>
          <a:xfrm>
            <a:off x="11320272" y="6608530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>
                <a:solidFill>
                  <a:schemeClr val="bg1"/>
                </a:solidFill>
                <a:latin typeface="+mj-lt"/>
              </a:rPr>
              <a:t>|</a:t>
            </a:r>
          </a:p>
        </p:txBody>
      </p:sp>
      <p:sp>
        <p:nvSpPr>
          <p:cNvPr id="20" name="Datumsplatzhalter 3">
            <a:extLst>
              <a:ext uri="{FF2B5EF4-FFF2-40B4-BE49-F238E27FC236}">
                <a16:creationId xmlns:a16="http://schemas.microsoft.com/office/drawing/2014/main" id="{8A58CA00-3E74-40A0-8C85-A260E9F56618}"/>
              </a:ext>
            </a:extLst>
          </p:cNvPr>
          <p:cNvSpPr txBox="1">
            <a:spLocks/>
          </p:cNvSpPr>
          <p:nvPr userDrawn="1"/>
        </p:nvSpPr>
        <p:spPr>
          <a:xfrm>
            <a:off x="10276570" y="6611112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>
                <a:solidFill>
                  <a:schemeClr val="bg1"/>
                </a:solidFill>
                <a:latin typeface="+mj-lt"/>
              </a:rPr>
              <a:t>|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B8EC412-0C49-4C28-DA63-03E7A74A4907}"/>
              </a:ext>
            </a:extLst>
          </p:cNvPr>
          <p:cNvSpPr txBox="1"/>
          <p:nvPr userDrawn="1"/>
        </p:nvSpPr>
        <p:spPr>
          <a:xfrm>
            <a:off x="515938" y="296863"/>
            <a:ext cx="7319132" cy="133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t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>
                <a:srgbClr val="008DEB"/>
              </a:buClr>
              <a:buSzPct val="135000"/>
              <a:buFont typeface="Roboto Light" panose="02000000000000000000" pitchFamily="2" charset="0"/>
              <a:buNone/>
              <a:tabLst/>
              <a:defRPr/>
            </a:pPr>
            <a:endParaRPr kumimoji="0" lang="en-US" sz="1000" b="1" i="0" u="none" strike="noStrike" kern="1200" cap="all" spc="10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j-lt"/>
              <a:cs typeface="Roboto Light" charset="0"/>
            </a:endParaRPr>
          </a:p>
        </p:txBody>
      </p:sp>
      <p:pic>
        <p:nvPicPr>
          <p:cNvPr id="9" name="Graphic 7">
            <a:extLst>
              <a:ext uri="{FF2B5EF4-FFF2-40B4-BE49-F238E27FC236}">
                <a16:creationId xmlns:a16="http://schemas.microsoft.com/office/drawing/2014/main" id="{C9BF3FB0-1A9A-64D6-2F75-D311A18DD3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733407" y="301339"/>
            <a:ext cx="941923" cy="502920"/>
          </a:xfrm>
          <a:prstGeom prst="rect">
            <a:avLst/>
          </a:prstGeom>
        </p:spPr>
      </p:pic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AE1DA70-A791-A6B7-CAD4-53BAD9E477F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910530" y="1592635"/>
            <a:ext cx="2764800" cy="460814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FB840DC8-3B73-3D89-97BD-12B99A2245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9" y="296863"/>
            <a:ext cx="7319131" cy="134652"/>
          </a:xfrm>
          <a:noFill/>
        </p:spPr>
        <p:txBody>
          <a:bodyPr wrap="square" lIns="0" tIns="0" rIns="0" bIns="0">
            <a:spAutoFit/>
          </a:bodyPr>
          <a:lstStyle>
            <a:lvl1pPr marL="0" indent="0" fontAlgn="t">
              <a:lnSpc>
                <a:spcPts val="1000"/>
              </a:lnSpc>
              <a:spcAft>
                <a:spcPts val="0"/>
              </a:spcAft>
              <a:buNone/>
              <a:defRPr sz="1000" b="1" i="0" cap="all" spc="100" baseline="0">
                <a:solidFill>
                  <a:schemeClr val="accent2"/>
                </a:solidFill>
                <a:latin typeface="+mj-lt"/>
                <a:ea typeface="Roboto" panose="02000000000000000000" pitchFamily="2" charset="0"/>
              </a:defRPr>
            </a:lvl1pPr>
            <a:lvl2pPr marL="1809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2pPr>
            <a:lvl3pPr marL="361950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3pPr>
            <a:lvl4pPr marL="54292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4pPr>
            <a:lvl5pPr marL="714375" indent="0" fontAlgn="t">
              <a:lnSpc>
                <a:spcPts val="1740"/>
              </a:lnSpc>
              <a:spcAft>
                <a:spcPts val="0"/>
              </a:spcAft>
              <a:buNone/>
              <a:defRPr cap="all" spc="-2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single line subtitle with a maximum of approx. 100 characters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88AF63E-E0BD-9802-DDB9-E040B4C54E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1338" y="6611112"/>
            <a:ext cx="5925232" cy="128016"/>
          </a:xfrm>
          <a:prstGeom prst="rect">
            <a:avLst/>
          </a:prstGeom>
        </p:spPr>
        <p:txBody>
          <a:bodyPr vert="horz" lIns="0" tIns="0" rIns="45720" bIns="0" rtlCol="0" anchor="t"/>
          <a:lstStyle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Innovation with Integrity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55076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oodbye 01">
    <p:bg>
      <p:bgPr>
        <a:gradFill>
          <a:gsLst>
            <a:gs pos="0">
              <a:srgbClr val="0062A4"/>
            </a:gs>
            <a:gs pos="85000">
              <a:schemeClr val="tx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apez 1">
            <a:extLst>
              <a:ext uri="{FF2B5EF4-FFF2-40B4-BE49-F238E27FC236}">
                <a16:creationId xmlns:a16="http://schemas.microsoft.com/office/drawing/2014/main" id="{E26247D5-7FB8-3249-9F5E-7D09FAEF23E9}"/>
              </a:ext>
            </a:extLst>
          </p:cNvPr>
          <p:cNvSpPr/>
          <p:nvPr userDrawn="1"/>
        </p:nvSpPr>
        <p:spPr>
          <a:xfrm>
            <a:off x="0" y="6382800"/>
            <a:ext cx="12192000" cy="478813"/>
          </a:xfrm>
          <a:custGeom>
            <a:avLst/>
            <a:gdLst>
              <a:gd name="connsiteX0" fmla="*/ 0 w 12192000"/>
              <a:gd name="connsiteY0" fmla="*/ 512762 h 512762"/>
              <a:gd name="connsiteX1" fmla="*/ 128191 w 12192000"/>
              <a:gd name="connsiteY1" fmla="*/ 0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2000"/>
              <a:gd name="connsiteY0" fmla="*/ 512762 h 512762"/>
              <a:gd name="connsiteX1" fmla="*/ 3201 w 12192000"/>
              <a:gd name="connsiteY1" fmla="*/ 256559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5378"/>
              <a:gd name="connsiteY0" fmla="*/ 512762 h 512762"/>
              <a:gd name="connsiteX1" fmla="*/ 3201 w 12195378"/>
              <a:gd name="connsiteY1" fmla="*/ 256559 h 512762"/>
              <a:gd name="connsiteX2" fmla="*/ 12195378 w 12195378"/>
              <a:gd name="connsiteY2" fmla="*/ 0 h 512762"/>
              <a:gd name="connsiteX3" fmla="*/ 12192000 w 12195378"/>
              <a:gd name="connsiteY3" fmla="*/ 512762 h 512762"/>
              <a:gd name="connsiteX4" fmla="*/ 0 w 12195378"/>
              <a:gd name="connsiteY4" fmla="*/ 512762 h 512762"/>
              <a:gd name="connsiteX0" fmla="*/ 0 w 12208020"/>
              <a:gd name="connsiteY0" fmla="*/ 479051 h 479051"/>
              <a:gd name="connsiteX1" fmla="*/ 3201 w 12208020"/>
              <a:gd name="connsiteY1" fmla="*/ 222848 h 479051"/>
              <a:gd name="connsiteX2" fmla="*/ 12208020 w 12208020"/>
              <a:gd name="connsiteY2" fmla="*/ 0 h 479051"/>
              <a:gd name="connsiteX3" fmla="*/ 12192000 w 12208020"/>
              <a:gd name="connsiteY3" fmla="*/ 479051 h 479051"/>
              <a:gd name="connsiteX4" fmla="*/ 0 w 12208020"/>
              <a:gd name="connsiteY4" fmla="*/ 479051 h 479051"/>
              <a:gd name="connsiteX0" fmla="*/ 0 w 12195378"/>
              <a:gd name="connsiteY0" fmla="*/ 491692 h 491692"/>
              <a:gd name="connsiteX1" fmla="*/ 3201 w 12195378"/>
              <a:gd name="connsiteY1" fmla="*/ 235489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7415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3201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5227 w 12192177"/>
              <a:gd name="connsiteY0" fmla="*/ 491692 h 491692"/>
              <a:gd name="connsiteX1" fmla="*/ 0 w 12192177"/>
              <a:gd name="connsiteY1" fmla="*/ 205993 h 491692"/>
              <a:gd name="connsiteX2" fmla="*/ 12192177 w 12192177"/>
              <a:gd name="connsiteY2" fmla="*/ 0 h 491692"/>
              <a:gd name="connsiteX3" fmla="*/ 12188799 w 12192177"/>
              <a:gd name="connsiteY3" fmla="*/ 491692 h 491692"/>
              <a:gd name="connsiteX4" fmla="*/ 5227 w 12192177"/>
              <a:gd name="connsiteY4" fmla="*/ 491692 h 491692"/>
              <a:gd name="connsiteX0" fmla="*/ 5227 w 12192177"/>
              <a:gd name="connsiteY0" fmla="*/ 491692 h 494911"/>
              <a:gd name="connsiteX1" fmla="*/ 0 w 12192177"/>
              <a:gd name="connsiteY1" fmla="*/ 205993 h 494911"/>
              <a:gd name="connsiteX2" fmla="*/ 12192177 w 12192177"/>
              <a:gd name="connsiteY2" fmla="*/ 0 h 494911"/>
              <a:gd name="connsiteX3" fmla="*/ 12192019 w 12192177"/>
              <a:gd name="connsiteY3" fmla="*/ 494911 h 494911"/>
              <a:gd name="connsiteX4" fmla="*/ 5227 w 12192177"/>
              <a:gd name="connsiteY4" fmla="*/ 491692 h 494911"/>
              <a:gd name="connsiteX0" fmla="*/ 5227 w 12192177"/>
              <a:gd name="connsiteY0" fmla="*/ 475594 h 478813"/>
              <a:gd name="connsiteX1" fmla="*/ 0 w 12192177"/>
              <a:gd name="connsiteY1" fmla="*/ 189895 h 478813"/>
              <a:gd name="connsiteX2" fmla="*/ 12192177 w 12192177"/>
              <a:gd name="connsiteY2" fmla="*/ 0 h 478813"/>
              <a:gd name="connsiteX3" fmla="*/ 12192019 w 12192177"/>
              <a:gd name="connsiteY3" fmla="*/ 478813 h 478813"/>
              <a:gd name="connsiteX4" fmla="*/ 5227 w 12192177"/>
              <a:gd name="connsiteY4" fmla="*/ 475594 h 478813"/>
              <a:gd name="connsiteX0" fmla="*/ 22287 w 12209237"/>
              <a:gd name="connsiteY0" fmla="*/ 475594 h 478813"/>
              <a:gd name="connsiteX1" fmla="*/ 0 w 12209237"/>
              <a:gd name="connsiteY1" fmla="*/ 220603 h 478813"/>
              <a:gd name="connsiteX2" fmla="*/ 12209237 w 12209237"/>
              <a:gd name="connsiteY2" fmla="*/ 0 h 478813"/>
              <a:gd name="connsiteX3" fmla="*/ 12209079 w 12209237"/>
              <a:gd name="connsiteY3" fmla="*/ 478813 h 478813"/>
              <a:gd name="connsiteX4" fmla="*/ 22287 w 12209237"/>
              <a:gd name="connsiteY4" fmla="*/ 475594 h 478813"/>
              <a:gd name="connsiteX0" fmla="*/ 1815 w 12188765"/>
              <a:gd name="connsiteY0" fmla="*/ 475594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1815 w 12188765"/>
              <a:gd name="connsiteY4" fmla="*/ 475594 h 478813"/>
              <a:gd name="connsiteX0" fmla="*/ 369 w 12190731"/>
              <a:gd name="connsiteY0" fmla="*/ 479006 h 479006"/>
              <a:gd name="connsiteX1" fmla="*/ 1966 w 12190731"/>
              <a:gd name="connsiteY1" fmla="*/ 183072 h 479006"/>
              <a:gd name="connsiteX2" fmla="*/ 12190731 w 12190731"/>
              <a:gd name="connsiteY2" fmla="*/ 0 h 479006"/>
              <a:gd name="connsiteX3" fmla="*/ 12190573 w 12190731"/>
              <a:gd name="connsiteY3" fmla="*/ 478813 h 479006"/>
              <a:gd name="connsiteX4" fmla="*/ 369 w 12190731"/>
              <a:gd name="connsiteY4" fmla="*/ 479006 h 479006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0 w 12190362"/>
              <a:gd name="connsiteY0" fmla="*/ 475594 h 478813"/>
              <a:gd name="connsiteX1" fmla="*/ 1597 w 12190362"/>
              <a:gd name="connsiteY1" fmla="*/ 183072 h 478813"/>
              <a:gd name="connsiteX2" fmla="*/ 12190362 w 12190362"/>
              <a:gd name="connsiteY2" fmla="*/ 0 h 478813"/>
              <a:gd name="connsiteX3" fmla="*/ 12190204 w 12190362"/>
              <a:gd name="connsiteY3" fmla="*/ 478813 h 478813"/>
              <a:gd name="connsiteX4" fmla="*/ 0 w 12190362"/>
              <a:gd name="connsiteY4" fmla="*/ 475594 h 478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0362" h="478813">
                <a:moveTo>
                  <a:pt x="0" y="475594"/>
                </a:moveTo>
                <a:cubicBezTo>
                  <a:pt x="1670" y="482720"/>
                  <a:pt x="3339" y="278305"/>
                  <a:pt x="1597" y="183072"/>
                </a:cubicBezTo>
                <a:lnTo>
                  <a:pt x="12190362" y="0"/>
                </a:lnTo>
                <a:cubicBezTo>
                  <a:pt x="12190309" y="164970"/>
                  <a:pt x="12190257" y="313843"/>
                  <a:pt x="12190204" y="478813"/>
                </a:cubicBezTo>
                <a:lnTo>
                  <a:pt x="0" y="47559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9" name="Gerade Verbindung 11">
            <a:extLst>
              <a:ext uri="{FF2B5EF4-FFF2-40B4-BE49-F238E27FC236}">
                <a16:creationId xmlns:a16="http://schemas.microsoft.com/office/drawing/2014/main" id="{0CD2360C-18FB-4D90-9299-12A728A5ED7B}"/>
              </a:ext>
            </a:extLst>
          </p:cNvPr>
          <p:cNvCxnSpPr>
            <a:cxnSpLocks/>
          </p:cNvCxnSpPr>
          <p:nvPr userDrawn="1"/>
        </p:nvCxnSpPr>
        <p:spPr>
          <a:xfrm flipH="1">
            <a:off x="515938" y="5267694"/>
            <a:ext cx="720000" cy="0"/>
          </a:xfrm>
          <a:prstGeom prst="line">
            <a:avLst/>
          </a:prstGeom>
          <a:ln w="19050">
            <a:solidFill>
              <a:srgbClr val="FF9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elplatzhalter 1">
            <a:extLst>
              <a:ext uri="{FF2B5EF4-FFF2-40B4-BE49-F238E27FC236}">
                <a16:creationId xmlns:a16="http://schemas.microsoft.com/office/drawing/2014/main" id="{CC5338A9-1A14-4795-BBAF-14C3AD190D15}"/>
              </a:ext>
            </a:extLst>
          </p:cNvPr>
          <p:cNvSpPr txBox="1">
            <a:spLocks/>
          </p:cNvSpPr>
          <p:nvPr userDrawn="1"/>
        </p:nvSpPr>
        <p:spPr>
          <a:xfrm>
            <a:off x="515937" y="4464082"/>
            <a:ext cx="9420226" cy="584775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de-DE" sz="3800" b="1" kern="1200">
                <a:solidFill>
                  <a:schemeClr val="bg1"/>
                </a:solidFill>
                <a:latin typeface="+mj-lt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Thank you!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E6F5425-A90A-454E-99B2-EFA9868ED2B5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515939" y="5347252"/>
            <a:ext cx="5400674" cy="854063"/>
          </a:xfrm>
        </p:spPr>
        <p:txBody>
          <a:bodyPr anchor="b"/>
          <a:lstStyle>
            <a:lvl1pPr marL="0" indent="0">
              <a:spcAft>
                <a:spcPts val="0"/>
              </a:spcAft>
              <a:buClr>
                <a:schemeClr val="bg1"/>
              </a:buClr>
              <a:buNone/>
              <a:defRPr sz="1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Speakers</a:t>
            </a:r>
          </a:p>
          <a:p>
            <a:pPr lvl="0"/>
            <a:r>
              <a:rPr lang="en-US" dirty="0"/>
              <a:t>and Date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8C573B5-C3D5-43F5-BB35-3B6F19F032B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733407" y="301339"/>
            <a:ext cx="941923" cy="50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04897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oodbye 02">
    <p:bg>
      <p:bgPr>
        <a:gradFill>
          <a:gsLst>
            <a:gs pos="0">
              <a:srgbClr val="0062A4"/>
            </a:gs>
            <a:gs pos="85000">
              <a:schemeClr val="tx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apez 1">
            <a:extLst>
              <a:ext uri="{FF2B5EF4-FFF2-40B4-BE49-F238E27FC236}">
                <a16:creationId xmlns:a16="http://schemas.microsoft.com/office/drawing/2014/main" id="{E26247D5-7FB8-3249-9F5E-7D09FAEF23E9}"/>
              </a:ext>
            </a:extLst>
          </p:cNvPr>
          <p:cNvSpPr/>
          <p:nvPr userDrawn="1"/>
        </p:nvSpPr>
        <p:spPr>
          <a:xfrm>
            <a:off x="0" y="6382800"/>
            <a:ext cx="12192000" cy="478813"/>
          </a:xfrm>
          <a:custGeom>
            <a:avLst/>
            <a:gdLst>
              <a:gd name="connsiteX0" fmla="*/ 0 w 12192000"/>
              <a:gd name="connsiteY0" fmla="*/ 512762 h 512762"/>
              <a:gd name="connsiteX1" fmla="*/ 128191 w 12192000"/>
              <a:gd name="connsiteY1" fmla="*/ 0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2000"/>
              <a:gd name="connsiteY0" fmla="*/ 512762 h 512762"/>
              <a:gd name="connsiteX1" fmla="*/ 3201 w 12192000"/>
              <a:gd name="connsiteY1" fmla="*/ 256559 h 512762"/>
              <a:gd name="connsiteX2" fmla="*/ 12063810 w 12192000"/>
              <a:gd name="connsiteY2" fmla="*/ 0 h 512762"/>
              <a:gd name="connsiteX3" fmla="*/ 12192000 w 12192000"/>
              <a:gd name="connsiteY3" fmla="*/ 512762 h 512762"/>
              <a:gd name="connsiteX4" fmla="*/ 0 w 12192000"/>
              <a:gd name="connsiteY4" fmla="*/ 512762 h 512762"/>
              <a:gd name="connsiteX0" fmla="*/ 0 w 12195378"/>
              <a:gd name="connsiteY0" fmla="*/ 512762 h 512762"/>
              <a:gd name="connsiteX1" fmla="*/ 3201 w 12195378"/>
              <a:gd name="connsiteY1" fmla="*/ 256559 h 512762"/>
              <a:gd name="connsiteX2" fmla="*/ 12195378 w 12195378"/>
              <a:gd name="connsiteY2" fmla="*/ 0 h 512762"/>
              <a:gd name="connsiteX3" fmla="*/ 12192000 w 12195378"/>
              <a:gd name="connsiteY3" fmla="*/ 512762 h 512762"/>
              <a:gd name="connsiteX4" fmla="*/ 0 w 12195378"/>
              <a:gd name="connsiteY4" fmla="*/ 512762 h 512762"/>
              <a:gd name="connsiteX0" fmla="*/ 0 w 12208020"/>
              <a:gd name="connsiteY0" fmla="*/ 479051 h 479051"/>
              <a:gd name="connsiteX1" fmla="*/ 3201 w 12208020"/>
              <a:gd name="connsiteY1" fmla="*/ 222848 h 479051"/>
              <a:gd name="connsiteX2" fmla="*/ 12208020 w 12208020"/>
              <a:gd name="connsiteY2" fmla="*/ 0 h 479051"/>
              <a:gd name="connsiteX3" fmla="*/ 12192000 w 12208020"/>
              <a:gd name="connsiteY3" fmla="*/ 479051 h 479051"/>
              <a:gd name="connsiteX4" fmla="*/ 0 w 12208020"/>
              <a:gd name="connsiteY4" fmla="*/ 479051 h 479051"/>
              <a:gd name="connsiteX0" fmla="*/ 0 w 12195378"/>
              <a:gd name="connsiteY0" fmla="*/ 491692 h 491692"/>
              <a:gd name="connsiteX1" fmla="*/ 3201 w 12195378"/>
              <a:gd name="connsiteY1" fmla="*/ 235489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7415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0 w 12195378"/>
              <a:gd name="connsiteY0" fmla="*/ 491692 h 491692"/>
              <a:gd name="connsiteX1" fmla="*/ 3201 w 12195378"/>
              <a:gd name="connsiteY1" fmla="*/ 205993 h 491692"/>
              <a:gd name="connsiteX2" fmla="*/ 12195378 w 12195378"/>
              <a:gd name="connsiteY2" fmla="*/ 0 h 491692"/>
              <a:gd name="connsiteX3" fmla="*/ 12192000 w 12195378"/>
              <a:gd name="connsiteY3" fmla="*/ 491692 h 491692"/>
              <a:gd name="connsiteX4" fmla="*/ 0 w 12195378"/>
              <a:gd name="connsiteY4" fmla="*/ 491692 h 491692"/>
              <a:gd name="connsiteX0" fmla="*/ 5227 w 12192177"/>
              <a:gd name="connsiteY0" fmla="*/ 491692 h 491692"/>
              <a:gd name="connsiteX1" fmla="*/ 0 w 12192177"/>
              <a:gd name="connsiteY1" fmla="*/ 205993 h 491692"/>
              <a:gd name="connsiteX2" fmla="*/ 12192177 w 12192177"/>
              <a:gd name="connsiteY2" fmla="*/ 0 h 491692"/>
              <a:gd name="connsiteX3" fmla="*/ 12188799 w 12192177"/>
              <a:gd name="connsiteY3" fmla="*/ 491692 h 491692"/>
              <a:gd name="connsiteX4" fmla="*/ 5227 w 12192177"/>
              <a:gd name="connsiteY4" fmla="*/ 491692 h 491692"/>
              <a:gd name="connsiteX0" fmla="*/ 5227 w 12192177"/>
              <a:gd name="connsiteY0" fmla="*/ 491692 h 494911"/>
              <a:gd name="connsiteX1" fmla="*/ 0 w 12192177"/>
              <a:gd name="connsiteY1" fmla="*/ 205993 h 494911"/>
              <a:gd name="connsiteX2" fmla="*/ 12192177 w 12192177"/>
              <a:gd name="connsiteY2" fmla="*/ 0 h 494911"/>
              <a:gd name="connsiteX3" fmla="*/ 12192019 w 12192177"/>
              <a:gd name="connsiteY3" fmla="*/ 494911 h 494911"/>
              <a:gd name="connsiteX4" fmla="*/ 5227 w 12192177"/>
              <a:gd name="connsiteY4" fmla="*/ 491692 h 494911"/>
              <a:gd name="connsiteX0" fmla="*/ 5227 w 12192177"/>
              <a:gd name="connsiteY0" fmla="*/ 475594 h 478813"/>
              <a:gd name="connsiteX1" fmla="*/ 0 w 12192177"/>
              <a:gd name="connsiteY1" fmla="*/ 189895 h 478813"/>
              <a:gd name="connsiteX2" fmla="*/ 12192177 w 12192177"/>
              <a:gd name="connsiteY2" fmla="*/ 0 h 478813"/>
              <a:gd name="connsiteX3" fmla="*/ 12192019 w 12192177"/>
              <a:gd name="connsiteY3" fmla="*/ 478813 h 478813"/>
              <a:gd name="connsiteX4" fmla="*/ 5227 w 12192177"/>
              <a:gd name="connsiteY4" fmla="*/ 475594 h 478813"/>
              <a:gd name="connsiteX0" fmla="*/ 22287 w 12209237"/>
              <a:gd name="connsiteY0" fmla="*/ 475594 h 478813"/>
              <a:gd name="connsiteX1" fmla="*/ 0 w 12209237"/>
              <a:gd name="connsiteY1" fmla="*/ 220603 h 478813"/>
              <a:gd name="connsiteX2" fmla="*/ 12209237 w 12209237"/>
              <a:gd name="connsiteY2" fmla="*/ 0 h 478813"/>
              <a:gd name="connsiteX3" fmla="*/ 12209079 w 12209237"/>
              <a:gd name="connsiteY3" fmla="*/ 478813 h 478813"/>
              <a:gd name="connsiteX4" fmla="*/ 22287 w 12209237"/>
              <a:gd name="connsiteY4" fmla="*/ 475594 h 478813"/>
              <a:gd name="connsiteX0" fmla="*/ 1815 w 12188765"/>
              <a:gd name="connsiteY0" fmla="*/ 475594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1815 w 12188765"/>
              <a:gd name="connsiteY4" fmla="*/ 475594 h 478813"/>
              <a:gd name="connsiteX0" fmla="*/ 369 w 12190731"/>
              <a:gd name="connsiteY0" fmla="*/ 479006 h 479006"/>
              <a:gd name="connsiteX1" fmla="*/ 1966 w 12190731"/>
              <a:gd name="connsiteY1" fmla="*/ 183072 h 479006"/>
              <a:gd name="connsiteX2" fmla="*/ 12190731 w 12190731"/>
              <a:gd name="connsiteY2" fmla="*/ 0 h 479006"/>
              <a:gd name="connsiteX3" fmla="*/ 12190573 w 12190731"/>
              <a:gd name="connsiteY3" fmla="*/ 478813 h 479006"/>
              <a:gd name="connsiteX4" fmla="*/ 369 w 12190731"/>
              <a:gd name="connsiteY4" fmla="*/ 479006 h 479006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59818 w 12188765"/>
              <a:gd name="connsiteY0" fmla="*/ 438063 h 478813"/>
              <a:gd name="connsiteX1" fmla="*/ 0 w 12188765"/>
              <a:gd name="connsiteY1" fmla="*/ 183072 h 478813"/>
              <a:gd name="connsiteX2" fmla="*/ 12188765 w 12188765"/>
              <a:gd name="connsiteY2" fmla="*/ 0 h 478813"/>
              <a:gd name="connsiteX3" fmla="*/ 12188607 w 12188765"/>
              <a:gd name="connsiteY3" fmla="*/ 478813 h 478813"/>
              <a:gd name="connsiteX4" fmla="*/ 59818 w 12188765"/>
              <a:gd name="connsiteY4" fmla="*/ 438063 h 478813"/>
              <a:gd name="connsiteX0" fmla="*/ 0 w 12190362"/>
              <a:gd name="connsiteY0" fmla="*/ 475594 h 478813"/>
              <a:gd name="connsiteX1" fmla="*/ 1597 w 12190362"/>
              <a:gd name="connsiteY1" fmla="*/ 183072 h 478813"/>
              <a:gd name="connsiteX2" fmla="*/ 12190362 w 12190362"/>
              <a:gd name="connsiteY2" fmla="*/ 0 h 478813"/>
              <a:gd name="connsiteX3" fmla="*/ 12190204 w 12190362"/>
              <a:gd name="connsiteY3" fmla="*/ 478813 h 478813"/>
              <a:gd name="connsiteX4" fmla="*/ 0 w 12190362"/>
              <a:gd name="connsiteY4" fmla="*/ 475594 h 478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0362" h="478813">
                <a:moveTo>
                  <a:pt x="0" y="475594"/>
                </a:moveTo>
                <a:cubicBezTo>
                  <a:pt x="1670" y="482720"/>
                  <a:pt x="3339" y="278305"/>
                  <a:pt x="1597" y="183072"/>
                </a:cubicBezTo>
                <a:lnTo>
                  <a:pt x="12190362" y="0"/>
                </a:lnTo>
                <a:cubicBezTo>
                  <a:pt x="12190309" y="164970"/>
                  <a:pt x="12190257" y="313843"/>
                  <a:pt x="12190204" y="478813"/>
                </a:cubicBezTo>
                <a:lnTo>
                  <a:pt x="0" y="47559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F1C48DE-801B-4C5D-B178-9BA6268208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51338" y="2115861"/>
            <a:ext cx="3482975" cy="1859661"/>
          </a:xfrm>
          <a:prstGeom prst="rect">
            <a:avLst/>
          </a:prstGeom>
        </p:spPr>
      </p:pic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B3439615-19F1-4EAD-9ECC-EAAB19486A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63678" y="4260385"/>
            <a:ext cx="2664644" cy="40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300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1.sv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55AF049-1A04-0B41-8C7F-8ECF3DCCF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05635"/>
            <a:ext cx="9420225" cy="664797"/>
          </a:xfrm>
          <a:prstGeom prst="rect">
            <a:avLst/>
          </a:prstGeom>
        </p:spPr>
        <p:txBody>
          <a:bodyPr vert="horz" wrap="square" lIns="0" tIns="0" rIns="180000" bIns="0" rtlCol="0" anchor="b" anchorCtr="0">
            <a:spAutoFit/>
          </a:bodyPr>
          <a:lstStyle/>
          <a:p>
            <a:pPr lvl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E34078C-7FBC-B64A-8960-73EC40F65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592263"/>
            <a:ext cx="11160125" cy="46085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3D3178-EEA7-F14F-B445-AD3445D868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0579" y="6611112"/>
            <a:ext cx="979694" cy="1280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72AC84EB-82AA-4168-9633-4CBE382F5312}" type="datetime3">
              <a:rPr lang="en-US" smtClean="0"/>
              <a:t>5 May 2026</a:t>
            </a:fld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471455-7B1E-974E-97CF-D882DA2F5E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4280" y="6611112"/>
            <a:ext cx="291782" cy="12801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fld id="{A520213A-032B-FE42-940A-86A4C9AC44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83C45-15EC-4BBF-9A77-FB4959B0C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54850" y="6611112"/>
            <a:ext cx="3221720" cy="128016"/>
          </a:xfrm>
          <a:prstGeom prst="rect">
            <a:avLst/>
          </a:prstGeom>
        </p:spPr>
        <p:txBody>
          <a:bodyPr vert="horz" lIns="0" tIns="0" rIns="45720" bIns="0" rtlCol="0" anchor="t"/>
          <a:lstStyle>
            <a:lvl1pPr algn="r">
              <a:defRPr sz="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Innovation with Integrity</a:t>
            </a:r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33422AC0-9F04-4E2E-BF0C-1F2949B8376E}"/>
              </a:ext>
            </a:extLst>
          </p:cNvPr>
          <p:cNvSpPr txBox="1">
            <a:spLocks/>
          </p:cNvSpPr>
          <p:nvPr userDrawn="1"/>
        </p:nvSpPr>
        <p:spPr>
          <a:xfrm>
            <a:off x="11320272" y="6608530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latin typeface="+mj-lt"/>
              </a:rPr>
              <a:t>|</a:t>
            </a:r>
          </a:p>
        </p:txBody>
      </p:sp>
      <p:sp>
        <p:nvSpPr>
          <p:cNvPr id="25" name="Textfeld 28">
            <a:extLst>
              <a:ext uri="{FF2B5EF4-FFF2-40B4-BE49-F238E27FC236}">
                <a16:creationId xmlns:a16="http://schemas.microsoft.com/office/drawing/2014/main" id="{A148E23E-C311-4D87-84E1-1D714023A921}"/>
              </a:ext>
            </a:extLst>
          </p:cNvPr>
          <p:cNvSpPr txBox="1"/>
          <p:nvPr userDrawn="1"/>
        </p:nvSpPr>
        <p:spPr>
          <a:xfrm>
            <a:off x="515939" y="6611112"/>
            <a:ext cx="3484562" cy="1280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noProof="0" dirty="0">
                <a:solidFill>
                  <a:schemeClr val="accent3"/>
                </a:solidFill>
                <a:latin typeface="+mj-lt"/>
                <a:ea typeface="Roboto" panose="02000000000000000000" pitchFamily="2" charset="0"/>
              </a:rPr>
              <a:t>© 2026 Bruker</a:t>
            </a:r>
          </a:p>
        </p:txBody>
      </p:sp>
      <p:cxnSp>
        <p:nvCxnSpPr>
          <p:cNvPr id="29" name="Gerade Verbindung 6">
            <a:extLst>
              <a:ext uri="{FF2B5EF4-FFF2-40B4-BE49-F238E27FC236}">
                <a16:creationId xmlns:a16="http://schemas.microsoft.com/office/drawing/2014/main" id="{E567DDE8-77D0-4CAF-9CE9-9A6C18F6B438}"/>
              </a:ext>
            </a:extLst>
          </p:cNvPr>
          <p:cNvCxnSpPr>
            <a:cxnSpLocks/>
          </p:cNvCxnSpPr>
          <p:nvPr userDrawn="1"/>
        </p:nvCxnSpPr>
        <p:spPr>
          <a:xfrm flipH="1">
            <a:off x="515938" y="1304925"/>
            <a:ext cx="720000" cy="0"/>
          </a:xfrm>
          <a:prstGeom prst="line">
            <a:avLst/>
          </a:prstGeom>
          <a:ln w="19050">
            <a:solidFill>
              <a:srgbClr val="008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CBB12B7C-65D0-4ED1-8456-60928FF555D7}"/>
              </a:ext>
            </a:extLst>
          </p:cNvPr>
          <p:cNvSpPr txBox="1">
            <a:spLocks/>
          </p:cNvSpPr>
          <p:nvPr userDrawn="1"/>
        </p:nvSpPr>
        <p:spPr>
          <a:xfrm>
            <a:off x="10276570" y="6611112"/>
            <a:ext cx="64008" cy="160337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latin typeface="+mj-lt"/>
              </a:rPr>
              <a:t>|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B1A1FC15-6479-46C9-8993-2DBF8717FF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0733407" y="301339"/>
            <a:ext cx="941924" cy="502920"/>
          </a:xfrm>
          <a:prstGeom prst="rect">
            <a:avLst/>
          </a:prstGeom>
        </p:spPr>
      </p:pic>
      <p:sp>
        <p:nvSpPr>
          <p:cNvPr id="7" name="MSIPCMContentMarking" descr="{&quot;HashCode&quot;:-1177222378,&quot;Placement&quot;:&quot;Footer&quot;,&quot;Top&quot;:522.0343,&quot;Left&quot;:446.775665,&quot;SlideWidth&quot;:960,&quot;SlideHeight&quot;:540}">
            <a:extLst>
              <a:ext uri="{FF2B5EF4-FFF2-40B4-BE49-F238E27FC236}">
                <a16:creationId xmlns:a16="http://schemas.microsoft.com/office/drawing/2014/main" id="{B09E0EDC-C9EA-45CD-9319-80A7B0B4F242}"/>
              </a:ext>
            </a:extLst>
          </p:cNvPr>
          <p:cNvSpPr txBox="1"/>
          <p:nvPr userDrawn="1"/>
        </p:nvSpPr>
        <p:spPr>
          <a:xfrm>
            <a:off x="5674051" y="6629836"/>
            <a:ext cx="843898" cy="228163"/>
          </a:xfrm>
          <a:prstGeom prst="rect">
            <a:avLst/>
          </a:prstGeom>
        </p:spPr>
        <p:txBody>
          <a:bodyPr vert="horz" wrap="square" lIns="0" tIns="0" rIns="0" bIns="0" rtlCol="0" anchor="ctr" anchorCtr="1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</a:rPr>
              <a:t>- confidential -</a:t>
            </a:r>
            <a:endParaRPr lang="en-US" sz="8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41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649" r:id="rId2"/>
    <p:sldLayoutId id="2147483722" r:id="rId3"/>
    <p:sldLayoutId id="2147483660" r:id="rId4"/>
    <p:sldLayoutId id="2147483663" r:id="rId5"/>
    <p:sldLayoutId id="2147483680" r:id="rId6"/>
    <p:sldLayoutId id="2147483678" r:id="rId7"/>
    <p:sldLayoutId id="2147483724" r:id="rId8"/>
    <p:sldLayoutId id="2147483725" r:id="rId9"/>
    <p:sldLayoutId id="2147483681" r:id="rId10"/>
    <p:sldLayoutId id="2147483650" r:id="rId11"/>
    <p:sldLayoutId id="2147483702" r:id="rId12"/>
    <p:sldLayoutId id="2147483710" r:id="rId13"/>
    <p:sldLayoutId id="2147483711" r:id="rId14"/>
    <p:sldLayoutId id="2147483664" r:id="rId15"/>
    <p:sldLayoutId id="2147483703" r:id="rId16"/>
    <p:sldLayoutId id="2147483665" r:id="rId17"/>
    <p:sldLayoutId id="2147483706" r:id="rId18"/>
    <p:sldLayoutId id="2147483666" r:id="rId19"/>
    <p:sldLayoutId id="2147483707" r:id="rId20"/>
    <p:sldLayoutId id="2147483716" r:id="rId21"/>
    <p:sldLayoutId id="2147483718" r:id="rId22"/>
    <p:sldLayoutId id="2147483747" r:id="rId23"/>
    <p:sldLayoutId id="2147483726" r:id="rId24"/>
    <p:sldLayoutId id="2147483727" r:id="rId25"/>
    <p:sldLayoutId id="2147483728" r:id="rId26"/>
    <p:sldLayoutId id="2147483729" r:id="rId27"/>
    <p:sldLayoutId id="2147483730" r:id="rId28"/>
    <p:sldLayoutId id="2147483731" r:id="rId29"/>
    <p:sldLayoutId id="2147483732" r:id="rId30"/>
    <p:sldLayoutId id="2147483733" r:id="rId31"/>
    <p:sldLayoutId id="2147483734" r:id="rId32"/>
    <p:sldLayoutId id="2147483735" r:id="rId33"/>
    <p:sldLayoutId id="2147483736" r:id="rId34"/>
    <p:sldLayoutId id="2147483737" r:id="rId35"/>
    <p:sldLayoutId id="2147483738" r:id="rId36"/>
    <p:sldLayoutId id="2147483739" r:id="rId37"/>
    <p:sldLayoutId id="2147483746" r:id="rId38"/>
    <p:sldLayoutId id="2147483745" r:id="rId39"/>
    <p:sldLayoutId id="2147483748" r:id="rId40"/>
    <p:sldLayoutId id="2147483749" r:id="rId41"/>
    <p:sldLayoutId id="2147483750" r:id="rId42"/>
    <p:sldLayoutId id="2147483751" r:id="rId43"/>
    <p:sldLayoutId id="2147483700" r:id="rId44"/>
    <p:sldLayoutId id="2147483701" r:id="rId4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de-DE" sz="2400" b="1" kern="1200" dirty="0">
          <a:solidFill>
            <a:schemeClr val="tx1"/>
          </a:solidFill>
          <a:latin typeface="+mj-lt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accent2"/>
        </a:buClr>
        <a:buSzPct val="100000"/>
        <a:buFont typeface="Wingdings" panose="05000000000000000000" pitchFamily="2" charset="2"/>
        <a:buChar char="§"/>
        <a:defRPr sz="1800" b="0" i="0" kern="1200">
          <a:solidFill>
            <a:schemeClr val="tx1"/>
          </a:solidFill>
          <a:latin typeface="+mn-lt"/>
          <a:ea typeface="Roboto Light" charset="0"/>
          <a:cs typeface="Roboto Light" charset="0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accent2"/>
        </a:buClr>
        <a:buSzPct val="100000"/>
        <a:buFont typeface="Wingdings" panose="05000000000000000000" pitchFamily="2" charset="2"/>
        <a:buChar char="§"/>
        <a:defRPr lang="de-DE" sz="1800" b="0" i="0" kern="1200" dirty="0" smtClean="0">
          <a:solidFill>
            <a:schemeClr val="tx1"/>
          </a:solidFill>
          <a:latin typeface="+mn-lt"/>
          <a:ea typeface="Roboto Light" charset="0"/>
          <a:cs typeface="Roboto Light" charset="0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accent2"/>
        </a:buClr>
        <a:buSzPct val="100000"/>
        <a:buFont typeface="Wingdings" panose="05000000000000000000" pitchFamily="2" charset="2"/>
        <a:buChar char="§"/>
        <a:defRPr sz="1800" b="0" i="0" kern="1200">
          <a:solidFill>
            <a:schemeClr val="tx1"/>
          </a:solidFill>
          <a:latin typeface="+mn-lt"/>
          <a:ea typeface="Source Sans Pro Light" panose="020B0403030403020204" pitchFamily="34" charset="0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accent2"/>
        </a:buClr>
        <a:buSzPct val="100000"/>
        <a:buFont typeface="Wingdings" panose="05000000000000000000" pitchFamily="2" charset="2"/>
        <a:buChar char="§"/>
        <a:defRPr sz="1800" b="0" i="0" kern="1200">
          <a:solidFill>
            <a:schemeClr val="tx1"/>
          </a:solidFill>
          <a:latin typeface="+mn-lt"/>
          <a:ea typeface="Source Sans Pro Light" panose="020B0403030403020204" pitchFamily="34" charset="0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accent2"/>
        </a:buClr>
        <a:buSzPct val="100000"/>
        <a:buFont typeface="Wingdings" panose="05000000000000000000" pitchFamily="2" charset="2"/>
        <a:buChar char="§"/>
        <a:defRPr sz="1800" b="0" i="0" kern="1200">
          <a:solidFill>
            <a:schemeClr val="tx1"/>
          </a:solidFill>
          <a:latin typeface="+mn-lt"/>
          <a:ea typeface="Source Sans Pro Light" panose="020B0403030403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  <p15:guide id="4" pos="325" userDrawn="1">
          <p15:clr>
            <a:srgbClr val="A4A3A4"/>
          </p15:clr>
        </p15:guide>
        <p15:guide id="5" pos="7355" userDrawn="1">
          <p15:clr>
            <a:srgbClr val="A4A3A4"/>
          </p15:clr>
        </p15:guide>
        <p15:guide id="6" pos="3727" userDrawn="1">
          <p15:clr>
            <a:srgbClr val="A4A3A4"/>
          </p15:clr>
        </p15:guide>
        <p15:guide id="7" pos="3953" userDrawn="1">
          <p15:clr>
            <a:srgbClr val="A4A3A4"/>
          </p15:clr>
        </p15:guide>
        <p15:guide id="8" pos="2741" userDrawn="1">
          <p15:clr>
            <a:srgbClr val="A4A3A4"/>
          </p15:clr>
        </p15:guide>
        <p15:guide id="9" pos="4935" userDrawn="1">
          <p15:clr>
            <a:srgbClr val="A4A3A4"/>
          </p15:clr>
        </p15:guide>
        <p15:guide id="10" pos="5160" userDrawn="1">
          <p15:clr>
            <a:srgbClr val="A4A3A4"/>
          </p15:clr>
        </p15:guide>
        <p15:guide id="11" pos="2520" userDrawn="1">
          <p15:clr>
            <a:srgbClr val="A4A3A4"/>
          </p15:clr>
        </p15:guide>
        <p15:guide id="12" orient="horz" pos="822" userDrawn="1">
          <p15:clr>
            <a:srgbClr val="A4A3A4"/>
          </p15:clr>
        </p15:guide>
        <p15:guide id="13" orient="horz" pos="2273" userDrawn="1">
          <p15:clr>
            <a:srgbClr val="A4A3A4"/>
          </p15:clr>
        </p15:guide>
        <p15:guide id="14" orient="horz" pos="1003" userDrawn="1">
          <p15:clr>
            <a:srgbClr val="A4A3A4"/>
          </p15:clr>
        </p15:guide>
        <p15:guide id="15" orient="horz" pos="2047" userDrawn="1">
          <p15:clr>
            <a:srgbClr val="A4A3A4"/>
          </p15:clr>
        </p15:guide>
        <p15:guide id="16" orient="horz" pos="3906" userDrawn="1">
          <p15:clr>
            <a:srgbClr val="A4A3A4"/>
          </p15:clr>
        </p15:guide>
        <p15:guide id="17" orient="horz" pos="4020" userDrawn="1">
          <p15:clr>
            <a:srgbClr val="A4A3A4"/>
          </p15:clr>
        </p15:guide>
        <p15:guide id="18" orient="horz" pos="4133" userDrawn="1">
          <p15:clr>
            <a:srgbClr val="A4A3A4"/>
          </p15:clr>
        </p15:guide>
        <p15:guide id="20" pos="6259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AC604-7955-4C8F-B0F8-C8D51909E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Presentation title with a maximum </a:t>
            </a:r>
            <a:br>
              <a:rPr lang="en-US" noProof="0" dirty="0"/>
            </a:br>
            <a:r>
              <a:rPr lang="en-US" noProof="0" dirty="0"/>
              <a:t>of approx. 80 characters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F9C76-DD8E-4CBD-94C5-EE716CD01EA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noProof="0" dirty="0"/>
              <a:t>single line subtitle with a maximum of approx. 90 characters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EA746EC-A101-4291-943F-1DB2CA423E39}"/>
              </a:ext>
            </a:extLst>
          </p:cNvPr>
          <p:cNvSpPr>
            <a:spLocks noGrp="1"/>
          </p:cNvSpPr>
          <p:nvPr>
            <p:ph sz="quarter" idx="26"/>
          </p:nvPr>
        </p:nvSpPr>
        <p:spPr/>
        <p:txBody>
          <a:bodyPr/>
          <a:lstStyle/>
          <a:p>
            <a:r>
              <a:rPr lang="en-US" noProof="0" dirty="0"/>
              <a:t>Speaker</a:t>
            </a:r>
          </a:p>
          <a:p>
            <a:r>
              <a:rPr lang="en-US" noProof="0" dirty="0"/>
              <a:t>Date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3BB7EE-9ADC-48F6-9506-93F14751F17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noProof="0" dirty="0"/>
              <a:t>Title footer</a:t>
            </a:r>
          </a:p>
        </p:txBody>
      </p:sp>
    </p:spTree>
    <p:extLst>
      <p:ext uri="{BB962C8B-B14F-4D97-AF65-F5344CB8AC3E}">
        <p14:creationId xmlns:p14="http://schemas.microsoft.com/office/powerpoint/2010/main" val="3274910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E0E50F8-F91C-46E4-A400-A5335BE682B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noProof="0" dirty="0"/>
              <a:t>Life Sciences Mass Spectrometry 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DB7BD94-439A-4581-8429-8DEE2D3BE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838033"/>
            <a:ext cx="9420225" cy="332399"/>
          </a:xfrm>
        </p:spPr>
        <p:txBody>
          <a:bodyPr/>
          <a:lstStyle/>
          <a:p>
            <a:r>
              <a:rPr lang="en-US" noProof="0" dirty="0"/>
              <a:t>CRA – BOM Changes SW/HW interactions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1AB9F3-E823-4AFD-AA15-1A891383769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6F510B-C3DE-403F-A8D3-4AB95F68BCA5}" type="datetime3">
              <a:rPr lang="en-US" noProof="0" smtClean="0"/>
              <a:t>5 May 2026</a:t>
            </a:fld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CB0156-DA1B-4179-B417-A74E6BD9E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20213A-032B-FE42-940A-86A4C9AC44D3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631983-23F3-4B78-B08C-1715D693F9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 dirty="0"/>
              <a:t>Innovation with Integrity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D3626D-ECC4-C88C-781F-DC56A6FB8975}"/>
              </a:ext>
            </a:extLst>
          </p:cNvPr>
          <p:cNvSpPr txBox="1"/>
          <p:nvPr/>
        </p:nvSpPr>
        <p:spPr>
          <a:xfrm>
            <a:off x="1575880" y="1809345"/>
            <a:ext cx="1352145" cy="37937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indent="0" algn="l">
              <a:buNone/>
            </a:pPr>
            <a:r>
              <a:rPr lang="en-US" sz="1400" noProof="0" dirty="0"/>
              <a:t>BOM Change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BB56304-7B8F-4B2C-D290-A9C2325AC247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2247089" y="2188723"/>
            <a:ext cx="4864" cy="243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86E8FFF-4C42-B204-5BBB-B784919AFAF2}"/>
              </a:ext>
            </a:extLst>
          </p:cNvPr>
          <p:cNvSpPr txBox="1"/>
          <p:nvPr/>
        </p:nvSpPr>
        <p:spPr>
          <a:xfrm>
            <a:off x="1454286" y="2453124"/>
            <a:ext cx="2329774" cy="59338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0" indent="0" algn="l">
              <a:buNone/>
            </a:pPr>
            <a:r>
              <a:rPr lang="en-US" sz="1400" noProof="0" dirty="0"/>
              <a:t>Changes Specifications</a:t>
            </a:r>
            <a:br>
              <a:rPr lang="en-US" sz="1400" noProof="0" dirty="0"/>
            </a:br>
            <a:r>
              <a:rPr lang="en-US" sz="1400" noProof="0" dirty="0"/>
              <a:t>on product. </a:t>
            </a:r>
            <a:r>
              <a:rPr lang="en-US" sz="1400" noProof="0" dirty="0" err="1"/>
              <a:t>E.g</a:t>
            </a:r>
            <a:r>
              <a:rPr lang="en-US" sz="1400" noProof="0" dirty="0"/>
              <a:t>: Bluetooth module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CE2C04-AB22-0CA3-B12A-2FAC159598C9}"/>
              </a:ext>
            </a:extLst>
          </p:cNvPr>
          <p:cNvCxnSpPr/>
          <p:nvPr/>
        </p:nvCxnSpPr>
        <p:spPr>
          <a:xfrm>
            <a:off x="3742717" y="2529191"/>
            <a:ext cx="12937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114FEA3-8A96-1325-7066-159298CB03C9}"/>
              </a:ext>
            </a:extLst>
          </p:cNvPr>
          <p:cNvSpPr txBox="1"/>
          <p:nvPr/>
        </p:nvSpPr>
        <p:spPr>
          <a:xfrm>
            <a:off x="5264744" y="2291940"/>
            <a:ext cx="3336587" cy="63054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indent="0" algn="l">
              <a:buNone/>
            </a:pPr>
            <a:r>
              <a:rPr lang="en-US" sz="1400" noProof="0" dirty="0"/>
              <a:t>Meeting? – Product Manager &amp; Project Manager (HW). Does the change involve SW?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3745132-5963-1672-BC03-CC5B74816CD6}"/>
              </a:ext>
            </a:extLst>
          </p:cNvPr>
          <p:cNvCxnSpPr>
            <a:cxnSpLocks/>
          </p:cNvCxnSpPr>
          <p:nvPr/>
        </p:nvCxnSpPr>
        <p:spPr>
          <a:xfrm>
            <a:off x="8391728" y="2857686"/>
            <a:ext cx="586901" cy="737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361412E-61E2-6CF8-E360-435AAB5E8F04}"/>
              </a:ext>
            </a:extLst>
          </p:cNvPr>
          <p:cNvCxnSpPr>
            <a:cxnSpLocks/>
          </p:cNvCxnSpPr>
          <p:nvPr/>
        </p:nvCxnSpPr>
        <p:spPr>
          <a:xfrm flipH="1">
            <a:off x="4870315" y="2974336"/>
            <a:ext cx="677694" cy="6803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D8472FD-DE30-0AF3-1C96-3AAAD4E3BB7C}"/>
              </a:ext>
            </a:extLst>
          </p:cNvPr>
          <p:cNvSpPr txBox="1"/>
          <p:nvPr/>
        </p:nvSpPr>
        <p:spPr>
          <a:xfrm>
            <a:off x="4338537" y="3654691"/>
            <a:ext cx="914400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0" indent="0" algn="l">
              <a:buNone/>
            </a:pPr>
            <a:endParaRPr lang="en-US" noProof="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E3F92D-31CC-6CB6-A4F6-A441A086A8DD}"/>
              </a:ext>
            </a:extLst>
          </p:cNvPr>
          <p:cNvSpPr txBox="1"/>
          <p:nvPr/>
        </p:nvSpPr>
        <p:spPr>
          <a:xfrm>
            <a:off x="4870315" y="3041649"/>
            <a:ext cx="914400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0" indent="0" algn="l">
              <a:buNone/>
            </a:pPr>
            <a:r>
              <a:rPr lang="en-US" sz="1400" noProof="0" dirty="0"/>
              <a:t>Yes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5A4BB2-9845-DC69-E0F7-65A7FCEF5FF4}"/>
              </a:ext>
            </a:extLst>
          </p:cNvPr>
          <p:cNvSpPr txBox="1"/>
          <p:nvPr/>
        </p:nvSpPr>
        <p:spPr>
          <a:xfrm>
            <a:off x="8978629" y="3041649"/>
            <a:ext cx="914400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0" indent="0" algn="l">
              <a:buNone/>
            </a:pPr>
            <a:r>
              <a:rPr lang="en-US" sz="1400" noProof="0" dirty="0"/>
              <a:t>No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43C06C-BFD8-7F33-5FC1-59D991128756}"/>
              </a:ext>
            </a:extLst>
          </p:cNvPr>
          <p:cNvSpPr txBox="1"/>
          <p:nvPr/>
        </p:nvSpPr>
        <p:spPr>
          <a:xfrm>
            <a:off x="4241261" y="3708197"/>
            <a:ext cx="2607012" cy="529569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400" noProof="0" dirty="0"/>
              <a:t>Coordination </a:t>
            </a:r>
            <a:r>
              <a:rPr lang="en-US" sz="1400" dirty="0"/>
              <a:t>meeting (SW &amp; HW)</a:t>
            </a:r>
            <a:br>
              <a:rPr lang="en-US" sz="1400" dirty="0"/>
            </a:br>
            <a:r>
              <a:rPr lang="en-US" sz="1400" dirty="0"/>
              <a:t>– </a:t>
            </a:r>
            <a:r>
              <a:rPr lang="en-US" sz="1400" noProof="0" dirty="0"/>
              <a:t>Triggered by PM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48F0CA-1CC5-2E51-55BC-F01B1C9BE15B}"/>
              </a:ext>
            </a:extLst>
          </p:cNvPr>
          <p:cNvSpPr txBox="1"/>
          <p:nvPr/>
        </p:nvSpPr>
        <p:spPr>
          <a:xfrm>
            <a:off x="8521428" y="3607708"/>
            <a:ext cx="2227635" cy="40369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400" noProof="0" dirty="0"/>
              <a:t>Does the change affect the security </a:t>
            </a:r>
            <a:br>
              <a:rPr lang="en-US" sz="1400" noProof="0" dirty="0"/>
            </a:br>
            <a:r>
              <a:rPr lang="en-US" sz="1400" noProof="0" dirty="0"/>
              <a:t>of the product?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58D15E-90AD-7EEC-1E80-D43B44818716}"/>
              </a:ext>
            </a:extLst>
          </p:cNvPr>
          <p:cNvSpPr txBox="1"/>
          <p:nvPr/>
        </p:nvSpPr>
        <p:spPr>
          <a:xfrm>
            <a:off x="1930940" y="4765969"/>
            <a:ext cx="2607012" cy="529569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0" indent="0" algn="l">
              <a:buNone/>
            </a:pPr>
            <a:r>
              <a:rPr lang="en-US" sz="1400" noProof="0" dirty="0"/>
              <a:t>Explore the need to adapt existing</a:t>
            </a:r>
          </a:p>
          <a:p>
            <a:pPr marL="0" indent="0" algn="l">
              <a:buNone/>
            </a:pPr>
            <a:r>
              <a:rPr lang="en-US" sz="1400" noProof="0" dirty="0"/>
              <a:t>Risks analysis and/or Secure-by-default</a:t>
            </a:r>
            <a:br>
              <a:rPr lang="en-US" sz="1400" noProof="0" dirty="0"/>
            </a:br>
            <a:r>
              <a:rPr lang="en-US" sz="1400" noProof="0" dirty="0"/>
              <a:t>Secure-by-design documentation in both HW and SW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B3D074A-EA90-AAB4-D145-FF7E98EFC44A}"/>
              </a:ext>
            </a:extLst>
          </p:cNvPr>
          <p:cNvCxnSpPr>
            <a:cxnSpLocks/>
          </p:cNvCxnSpPr>
          <p:nvPr/>
        </p:nvCxnSpPr>
        <p:spPr>
          <a:xfrm flipH="1">
            <a:off x="3670573" y="4111891"/>
            <a:ext cx="570688" cy="6145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88E61EB-E1B2-C8AF-D8BE-DC4E367835E6}"/>
              </a:ext>
            </a:extLst>
          </p:cNvPr>
          <p:cNvCxnSpPr/>
          <p:nvPr/>
        </p:nvCxnSpPr>
        <p:spPr>
          <a:xfrm>
            <a:off x="10276570" y="4137277"/>
            <a:ext cx="861600" cy="642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7A4F0AB-14EE-15CA-F842-3350EBE60265}"/>
              </a:ext>
            </a:extLst>
          </p:cNvPr>
          <p:cNvCxnSpPr>
            <a:cxnSpLocks/>
          </p:cNvCxnSpPr>
          <p:nvPr/>
        </p:nvCxnSpPr>
        <p:spPr>
          <a:xfrm flipH="1">
            <a:off x="8681234" y="4137277"/>
            <a:ext cx="754595" cy="601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01910F9-7A97-C5E1-5120-B04A2DCA500A}"/>
              </a:ext>
            </a:extLst>
          </p:cNvPr>
          <p:cNvSpPr txBox="1"/>
          <p:nvPr/>
        </p:nvSpPr>
        <p:spPr>
          <a:xfrm>
            <a:off x="8601331" y="4161603"/>
            <a:ext cx="914400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0" indent="0" algn="l">
              <a:buNone/>
            </a:pPr>
            <a:r>
              <a:rPr lang="en-US" sz="1400" noProof="0" dirty="0"/>
              <a:t>Yes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738956-50A6-0906-63B7-9988637E53A2}"/>
              </a:ext>
            </a:extLst>
          </p:cNvPr>
          <p:cNvSpPr txBox="1"/>
          <p:nvPr/>
        </p:nvSpPr>
        <p:spPr>
          <a:xfrm>
            <a:off x="10761662" y="4146775"/>
            <a:ext cx="914400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0" indent="0" algn="l">
              <a:buNone/>
            </a:pPr>
            <a:r>
              <a:rPr lang="en-US" sz="1400" noProof="0" dirty="0"/>
              <a:t>No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283E4B-92AF-3807-1C57-665090DD326F}"/>
              </a:ext>
            </a:extLst>
          </p:cNvPr>
          <p:cNvSpPr txBox="1"/>
          <p:nvPr/>
        </p:nvSpPr>
        <p:spPr>
          <a:xfrm>
            <a:off x="7310335" y="4807806"/>
            <a:ext cx="2227635" cy="40369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400" noProof="0" dirty="0"/>
              <a:t>New Risk analysis and</a:t>
            </a:r>
            <a:br>
              <a:rPr lang="en-US" sz="1400" noProof="0" dirty="0"/>
            </a:br>
            <a:r>
              <a:rPr lang="en-US" sz="1400" noProof="0" dirty="0"/>
              <a:t>secure-by-default</a:t>
            </a:r>
          </a:p>
          <a:p>
            <a:r>
              <a:rPr lang="en-US" sz="1400" dirty="0"/>
              <a:t>Secure-by-design </a:t>
            </a:r>
            <a:br>
              <a:rPr lang="en-US" sz="1400" dirty="0"/>
            </a:br>
            <a:r>
              <a:rPr lang="en-US" sz="1400" dirty="0"/>
              <a:t>Documentation</a:t>
            </a:r>
            <a:r>
              <a:rPr lang="en-US" sz="1400" noProof="0" dirty="0"/>
              <a:t>In D&amp;DP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CA87EA-0C37-E948-EA96-BF9F98725CD6}"/>
              </a:ext>
            </a:extLst>
          </p:cNvPr>
          <p:cNvSpPr txBox="1"/>
          <p:nvPr/>
        </p:nvSpPr>
        <p:spPr>
          <a:xfrm>
            <a:off x="9593552" y="4890783"/>
            <a:ext cx="2227635" cy="40369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400" noProof="0" dirty="0"/>
              <a:t>No need to adapt the existing</a:t>
            </a:r>
            <a:br>
              <a:rPr lang="en-US" sz="1400" noProof="0" dirty="0"/>
            </a:br>
            <a:r>
              <a:rPr lang="en-US" sz="1400" noProof="0" dirty="0"/>
              <a:t>D&amp;DP documentation for </a:t>
            </a:r>
            <a:br>
              <a:rPr lang="en-US" sz="1400" noProof="0" dirty="0"/>
            </a:br>
            <a:r>
              <a:rPr lang="en-US" sz="1400" noProof="0" dirty="0"/>
              <a:t>the new </a:t>
            </a:r>
            <a:r>
              <a:rPr lang="en-US" sz="1400" dirty="0"/>
              <a:t>product</a:t>
            </a:r>
            <a:endParaRPr lang="en-US" sz="1400" noProof="0" dirty="0"/>
          </a:p>
        </p:txBody>
      </p:sp>
    </p:spTree>
    <p:extLst>
      <p:ext uri="{BB962C8B-B14F-4D97-AF65-F5344CB8AC3E}">
        <p14:creationId xmlns:p14="http://schemas.microsoft.com/office/powerpoint/2010/main" val="1388642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444307"/>
      </p:ext>
    </p:extLst>
  </p:cSld>
  <p:clrMapOvr>
    <a:masterClrMapping/>
  </p:clrMapOvr>
</p:sld>
</file>

<file path=ppt/theme/theme1.xml><?xml version="1.0" encoding="utf-8"?>
<a:theme xmlns:a="http://schemas.openxmlformats.org/drawingml/2006/main" name="Bruker">
  <a:themeElements>
    <a:clrScheme name="Bruker">
      <a:dk1>
        <a:srgbClr val="313331"/>
      </a:dk1>
      <a:lt1>
        <a:srgbClr val="FFFFFF"/>
      </a:lt1>
      <a:dk2>
        <a:srgbClr val="054169"/>
      </a:dk2>
      <a:lt2>
        <a:srgbClr val="E5F1F8"/>
      </a:lt2>
      <a:accent1>
        <a:srgbClr val="054169"/>
      </a:accent1>
      <a:accent2>
        <a:srgbClr val="008DEB"/>
      </a:accent2>
      <a:accent3>
        <a:srgbClr val="A0A0A0"/>
      </a:accent3>
      <a:accent4>
        <a:srgbClr val="737373"/>
      </a:accent4>
      <a:accent5>
        <a:srgbClr val="DCDCDC"/>
      </a:accent5>
      <a:accent6>
        <a:srgbClr val="FF9300"/>
      </a:accent6>
      <a:hlink>
        <a:srgbClr val="008DEB"/>
      </a:hlink>
      <a:folHlink>
        <a:srgbClr val="008DEB"/>
      </a:folHlink>
    </a:clrScheme>
    <a:fontScheme name="Bruker">
      <a:majorFont>
        <a:latin typeface="Roboto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 marL="0" indent="0" algn="l">
          <a:buNone/>
          <a:defRPr dirty="0" err="1" smtClean="0"/>
        </a:defPPr>
      </a:lstStyle>
    </a:txDef>
  </a:objectDefaults>
  <a:extraClrSchemeLst>
    <a:extraClrScheme>
      <a:clrScheme name="Bruker">
        <a:dk1>
          <a:srgbClr val="313331"/>
        </a:dk1>
        <a:lt1>
          <a:srgbClr val="FFFFFF"/>
        </a:lt1>
        <a:dk2>
          <a:srgbClr val="054169"/>
        </a:dk2>
        <a:lt2>
          <a:srgbClr val="E5F1F8"/>
        </a:lt2>
        <a:accent1>
          <a:srgbClr val="054169"/>
        </a:accent1>
        <a:accent2>
          <a:srgbClr val="008DEB"/>
        </a:accent2>
        <a:accent3>
          <a:srgbClr val="A0A0A0"/>
        </a:accent3>
        <a:accent4>
          <a:srgbClr val="737373"/>
        </a:accent4>
        <a:accent5>
          <a:srgbClr val="DCDCDC"/>
        </a:accent5>
        <a:accent6>
          <a:srgbClr val="FF9300"/>
        </a:accent6>
        <a:hlink>
          <a:srgbClr val="008DEB"/>
        </a:hlink>
        <a:folHlink>
          <a:srgbClr val="008DEB"/>
        </a:folHlink>
      </a:clrScheme>
    </a:extraClrScheme>
  </a:extraClrSchemeLst>
  <a:custClrLst>
    <a:custClr name="Bruker Ocean">
      <a:srgbClr val="0071BC"/>
    </a:custClr>
    <a:custClr name="Bruker Red">
      <a:srgbClr val="FF0011"/>
    </a:custClr>
    <a:custClr name="Bruker Green">
      <a:srgbClr val="AFC800"/>
    </a:custClr>
  </a:custClrLst>
  <a:extLst>
    <a:ext uri="{05A4C25C-085E-4340-85A3-A5531E510DB2}">
      <thm15:themeFamily xmlns:thm15="http://schemas.microsoft.com/office/thememl/2012/main" name="Bruker PowerPoint" id="{E95F5486-8B4C-4296-A486-F916CCE70A7A}" vid="{04CF7378-612E-4B79-BC5F-D34DF0455042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6B0ACDB8E9D3B4793AD94E885BC5990" ma:contentTypeVersion="6" ma:contentTypeDescription="Ein neues Dokument erstellen." ma:contentTypeScope="" ma:versionID="a60afc2f5b0a1ffcf5eebb0c727687e5">
  <xsd:schema xmlns:xsd="http://www.w3.org/2001/XMLSchema" xmlns:xs="http://www.w3.org/2001/XMLSchema" xmlns:p="http://schemas.microsoft.com/office/2006/metadata/properties" xmlns:ns2="ac5a794e-6d3a-4ca4-9654-1772ecf58338" xmlns:ns3="44f379c3-1c8f-4e4a-b122-31c251d3afd8" targetNamespace="http://schemas.microsoft.com/office/2006/metadata/properties" ma:root="true" ma:fieldsID="df9366337fd8a99d9351392854381769" ns2:_="" ns3:_="">
    <xsd:import namespace="ac5a794e-6d3a-4ca4-9654-1772ecf58338"/>
    <xsd:import namespace="44f379c3-1c8f-4e4a-b122-31c251d3af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5a794e-6d3a-4ca4-9654-1772ecf583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f379c3-1c8f-4e4a-b122-31c251d3afd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BCCC0D8-1458-4D3F-B1D7-6B9369882A50}">
  <ds:schemaRefs>
    <ds:schemaRef ds:uri="http://purl.org/dc/terms/"/>
    <ds:schemaRef ds:uri="http://purl.org/dc/elements/1.1/"/>
    <ds:schemaRef ds:uri="http://www.w3.org/XML/1998/namespace"/>
    <ds:schemaRef ds:uri="ac5a794e-6d3a-4ca4-9654-1772ecf58338"/>
    <ds:schemaRef ds:uri="http://schemas.microsoft.com/office/2006/documentManagement/types"/>
    <ds:schemaRef ds:uri="http://schemas.microsoft.com/office/2006/metadata/properties"/>
    <ds:schemaRef ds:uri="44f379c3-1c8f-4e4a-b122-31c251d3afd8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B805961-08B7-4304-A72D-C91AB81D13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01BABC-57DB-4C7C-96D1-BD98193F6F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c5a794e-6d3a-4ca4-9654-1772ecf58338"/>
    <ds:schemaRef ds:uri="44f379c3-1c8f-4e4a-b122-31c251d3afd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Bruker PowerPoint</Template>
  <TotalTime>0</TotalTime>
  <Words>149</Words>
  <Application>Microsoft Office PowerPoint</Application>
  <PresentationFormat>Widescreen</PresentationFormat>
  <Paragraphs>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Roboto Light</vt:lpstr>
      <vt:lpstr>Calibri</vt:lpstr>
      <vt:lpstr>Arial</vt:lpstr>
      <vt:lpstr>Roboto</vt:lpstr>
      <vt:lpstr>Roboto Medium</vt:lpstr>
      <vt:lpstr>Wingdings</vt:lpstr>
      <vt:lpstr>Bruker</vt:lpstr>
      <vt:lpstr>Presentation title with a maximum  of approx. 80 characters</vt:lpstr>
      <vt:lpstr>CRA – BOM Changes SW/HW interactions</vt:lpstr>
      <vt:lpstr>PowerPoint Presentation</vt:lpstr>
    </vt:vector>
  </TitlesOfParts>
  <Company>Bruker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Legaz, Sergio</dc:creator>
  <cp:lastModifiedBy>Legaz, Sergio</cp:lastModifiedBy>
  <cp:revision>2</cp:revision>
  <dcterms:created xsi:type="dcterms:W3CDTF">2026-05-05T07:59:05Z</dcterms:created>
  <dcterms:modified xsi:type="dcterms:W3CDTF">2026-05-05T09:39:12Z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340eb20-1c5f-4409-b1a4-85adc943d5d7_Enabled">
    <vt:lpwstr>true</vt:lpwstr>
  </property>
  <property fmtid="{D5CDD505-2E9C-101B-9397-08002B2CF9AE}" pid="3" name="MSIP_Label_e340eb20-1c5f-4409-b1a4-85adc943d5d7_SetDate">
    <vt:lpwstr>2021-04-27T15:43:32Z</vt:lpwstr>
  </property>
  <property fmtid="{D5CDD505-2E9C-101B-9397-08002B2CF9AE}" pid="4" name="MSIP_Label_e340eb20-1c5f-4409-b1a4-85adc943d5d7_Method">
    <vt:lpwstr>Standard</vt:lpwstr>
  </property>
  <property fmtid="{D5CDD505-2E9C-101B-9397-08002B2CF9AE}" pid="5" name="MSIP_Label_e340eb20-1c5f-4409-b1a4-85adc943d5d7_Name">
    <vt:lpwstr>Confidential</vt:lpwstr>
  </property>
  <property fmtid="{D5CDD505-2E9C-101B-9397-08002B2CF9AE}" pid="6" name="MSIP_Label_e340eb20-1c5f-4409-b1a4-85adc943d5d7_SiteId">
    <vt:lpwstr>375ce1b8-8db1-479b-a12c-06fa9d2a2eaf</vt:lpwstr>
  </property>
  <property fmtid="{D5CDD505-2E9C-101B-9397-08002B2CF9AE}" pid="7" name="MSIP_Label_e340eb20-1c5f-4409-b1a4-85adc943d5d7_ActionId">
    <vt:lpwstr>8e3887af-c507-4246-ae0e-9f2a4844ff60</vt:lpwstr>
  </property>
  <property fmtid="{D5CDD505-2E9C-101B-9397-08002B2CF9AE}" pid="8" name="MSIP_Label_e340eb20-1c5f-4409-b1a4-85adc943d5d7_ContentBits">
    <vt:lpwstr>2</vt:lpwstr>
  </property>
  <property fmtid="{D5CDD505-2E9C-101B-9397-08002B2CF9AE}" pid="9" name="ContentTypeId">
    <vt:lpwstr>0x010100A6B0ACDB8E9D3B4793AD94E885BC5990</vt:lpwstr>
  </property>
</Properties>
</file>